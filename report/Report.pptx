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94" r:id="rId2"/>
  </p:sldMasterIdLst>
  <p:notesMasterIdLst>
    <p:notesMasterId r:id="rId14"/>
  </p:notesMasterIdLst>
  <p:sldIdLst>
    <p:sldId id="257" r:id="rId3"/>
    <p:sldId id="263" r:id="rId4"/>
    <p:sldId id="264" r:id="rId5"/>
    <p:sldId id="313" r:id="rId6"/>
    <p:sldId id="314" r:id="rId7"/>
    <p:sldId id="315" r:id="rId8"/>
    <p:sldId id="258" r:id="rId9"/>
    <p:sldId id="316" r:id="rId10"/>
    <p:sldId id="318" r:id="rId11"/>
    <p:sldId id="317" r:id="rId12"/>
    <p:sldId id="283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464176-CB65-44DE-A25B-7775DA19BBE4}" v="12" dt="2026-04-26T16:36:38.3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96"/>
    <p:restoredTop sz="94656"/>
  </p:normalViewPr>
  <p:slideViewPr>
    <p:cSldViewPr snapToGrid="0">
      <p:cViewPr varScale="1">
        <p:scale>
          <a:sx n="76" d="100"/>
          <a:sy n="76" d="100"/>
        </p:scale>
        <p:origin x="7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NK SINHA" userId="5caf86734fead6d0" providerId="LiveId" clId="{45B4E962-4C20-4DCF-A5CF-714F42735963}"/>
    <pc:docChg chg="undo custSel addSld delSld modSld sldOrd">
      <pc:chgData name="PRIYANK SINHA" userId="5caf86734fead6d0" providerId="LiveId" clId="{45B4E962-4C20-4DCF-A5CF-714F42735963}" dt="2026-04-26T16:36:38.304" v="6670"/>
      <pc:docMkLst>
        <pc:docMk/>
      </pc:docMkLst>
      <pc:sldChg chg="modSp mod">
        <pc:chgData name="PRIYANK SINHA" userId="5caf86734fead6d0" providerId="LiveId" clId="{45B4E962-4C20-4DCF-A5CF-714F42735963}" dt="2026-04-26T16:27:41.206" v="6027" actId="20577"/>
        <pc:sldMkLst>
          <pc:docMk/>
          <pc:sldMk cId="0" sldId="257"/>
        </pc:sldMkLst>
        <pc:spChg chg="mod">
          <ac:chgData name="PRIYANK SINHA" userId="5caf86734fead6d0" providerId="LiveId" clId="{45B4E962-4C20-4DCF-A5CF-714F42735963}" dt="2026-04-26T16:27:41.206" v="6027" actId="20577"/>
          <ac:spMkLst>
            <pc:docMk/>
            <pc:sldMk cId="0" sldId="257"/>
            <ac:spMk id="2" creationId="{8D4F1F90-3E7F-0FAA-8FC1-FCD495B3D2F6}"/>
          </ac:spMkLst>
        </pc:spChg>
        <pc:spChg chg="mod">
          <ac:chgData name="PRIYANK SINHA" userId="5caf86734fead6d0" providerId="LiveId" clId="{45B4E962-4C20-4DCF-A5CF-714F42735963}" dt="2026-04-26T14:17:11.273" v="0" actId="1076"/>
          <ac:spMkLst>
            <pc:docMk/>
            <pc:sldMk cId="0" sldId="257"/>
            <ac:spMk id="3148" creationId="{00000000-0000-0000-0000-000000000000}"/>
          </ac:spMkLst>
        </pc:spChg>
        <pc:spChg chg="mod">
          <ac:chgData name="PRIYANK SINHA" userId="5caf86734fead6d0" providerId="LiveId" clId="{45B4E962-4C20-4DCF-A5CF-714F42735963}" dt="2026-04-26T14:17:31.855" v="6" actId="1076"/>
          <ac:spMkLst>
            <pc:docMk/>
            <pc:sldMk cId="0" sldId="257"/>
            <ac:spMk id="3149" creationId="{00000000-0000-0000-0000-000000000000}"/>
          </ac:spMkLst>
        </pc:spChg>
      </pc:sldChg>
      <pc:sldChg chg="addSp delSp modSp mod">
        <pc:chgData name="PRIYANK SINHA" userId="5caf86734fead6d0" providerId="LiveId" clId="{45B4E962-4C20-4DCF-A5CF-714F42735963}" dt="2026-04-26T15:59:22.235" v="3076" actId="1076"/>
        <pc:sldMkLst>
          <pc:docMk/>
          <pc:sldMk cId="0" sldId="258"/>
        </pc:sldMkLst>
        <pc:spChg chg="add del mod">
          <ac:chgData name="PRIYANK SINHA" userId="5caf86734fead6d0" providerId="LiveId" clId="{45B4E962-4C20-4DCF-A5CF-714F42735963}" dt="2026-04-26T15:59:22.235" v="3076" actId="1076"/>
          <ac:spMkLst>
            <pc:docMk/>
            <pc:sldMk cId="0" sldId="258"/>
            <ac:spMk id="4" creationId="{19A7E01F-8630-E01D-7697-FF80FDFADEF1}"/>
          </ac:spMkLst>
        </pc:spChg>
        <pc:spChg chg="mod">
          <ac:chgData name="PRIYANK SINHA" userId="5caf86734fead6d0" providerId="LiveId" clId="{45B4E962-4C20-4DCF-A5CF-714F42735963}" dt="2026-04-26T15:54:05.504" v="2502" actId="14100"/>
          <ac:spMkLst>
            <pc:docMk/>
            <pc:sldMk cId="0" sldId="258"/>
            <ac:spMk id="3159" creationId="{00000000-0000-0000-0000-000000000000}"/>
          </ac:spMkLst>
        </pc:spChg>
        <pc:picChg chg="add del">
          <ac:chgData name="PRIYANK SINHA" userId="5caf86734fead6d0" providerId="LiveId" clId="{45B4E962-4C20-4DCF-A5CF-714F42735963}" dt="2026-04-26T15:54:14.140" v="2504" actId="478"/>
          <ac:picMkLst>
            <pc:docMk/>
            <pc:sldMk cId="0" sldId="258"/>
            <ac:picMk id="5" creationId="{4E45242F-A90D-05FF-371A-66F31D7F3F6C}"/>
          </ac:picMkLst>
        </pc:picChg>
      </pc:sldChg>
      <pc:sldChg chg="modSp mod">
        <pc:chgData name="PRIYANK SINHA" userId="5caf86734fead6d0" providerId="LiveId" clId="{45B4E962-4C20-4DCF-A5CF-714F42735963}" dt="2026-04-26T16:34:29.730" v="6669" actId="313"/>
        <pc:sldMkLst>
          <pc:docMk/>
          <pc:sldMk cId="0" sldId="263"/>
        </pc:sldMkLst>
        <pc:spChg chg="mod">
          <ac:chgData name="PRIYANK SINHA" userId="5caf86734fead6d0" providerId="LiveId" clId="{45B4E962-4C20-4DCF-A5CF-714F42735963}" dt="2026-04-26T16:34:29.730" v="6669" actId="313"/>
          <ac:spMkLst>
            <pc:docMk/>
            <pc:sldMk cId="0" sldId="263"/>
            <ac:spMk id="3594" creationId="{00000000-0000-0000-0000-000000000000}"/>
          </ac:spMkLst>
        </pc:spChg>
      </pc:sldChg>
      <pc:sldChg chg="addSp modSp mod">
        <pc:chgData name="PRIYANK SINHA" userId="5caf86734fead6d0" providerId="LiveId" clId="{45B4E962-4C20-4DCF-A5CF-714F42735963}" dt="2026-04-26T15:14:22.215" v="681" actId="20577"/>
        <pc:sldMkLst>
          <pc:docMk/>
          <pc:sldMk cId="0" sldId="264"/>
        </pc:sldMkLst>
        <pc:spChg chg="add">
          <ac:chgData name="PRIYANK SINHA" userId="5caf86734fead6d0" providerId="LiveId" clId="{45B4E962-4C20-4DCF-A5CF-714F42735963}" dt="2026-04-26T15:06:56.942" v="43"/>
          <ac:spMkLst>
            <pc:docMk/>
            <pc:sldMk cId="0" sldId="264"/>
            <ac:spMk id="2" creationId="{5F97DD0F-84C9-4104-EB76-F2E25338E018}"/>
          </ac:spMkLst>
        </pc:spChg>
        <pc:spChg chg="add">
          <ac:chgData name="PRIYANK SINHA" userId="5caf86734fead6d0" providerId="LiveId" clId="{45B4E962-4C20-4DCF-A5CF-714F42735963}" dt="2026-04-26T15:07:09.502" v="50"/>
          <ac:spMkLst>
            <pc:docMk/>
            <pc:sldMk cId="0" sldId="264"/>
            <ac:spMk id="3" creationId="{E2A7B7CB-01A7-1A22-92EE-A4D95FE27596}"/>
          </ac:spMkLst>
        </pc:spChg>
        <pc:spChg chg="mod">
          <ac:chgData name="PRIYANK SINHA" userId="5caf86734fead6d0" providerId="LiveId" clId="{45B4E962-4C20-4DCF-A5CF-714F42735963}" dt="2026-04-26T15:14:22.215" v="681" actId="20577"/>
          <ac:spMkLst>
            <pc:docMk/>
            <pc:sldMk cId="0" sldId="264"/>
            <ac:spMk id="3602" creationId="{00000000-0000-0000-0000-000000000000}"/>
          </ac:spMkLst>
        </pc:spChg>
      </pc:sldChg>
      <pc:sldChg chg="addSp delSp modSp mod">
        <pc:chgData name="PRIYANK SINHA" userId="5caf86734fead6d0" providerId="LiveId" clId="{45B4E962-4C20-4DCF-A5CF-714F42735963}" dt="2026-04-26T15:52:27.659" v="2435" actId="14100"/>
        <pc:sldMkLst>
          <pc:docMk/>
          <pc:sldMk cId="3142382379" sldId="313"/>
        </pc:sldMkLst>
        <pc:spChg chg="add del mod">
          <ac:chgData name="PRIYANK SINHA" userId="5caf86734fead6d0" providerId="LiveId" clId="{45B4E962-4C20-4DCF-A5CF-714F42735963}" dt="2026-04-26T15:25:02.016" v="1178" actId="1076"/>
          <ac:spMkLst>
            <pc:docMk/>
            <pc:sldMk cId="3142382379" sldId="313"/>
            <ac:spMk id="17" creationId="{14AE50ED-64E1-8719-C0E0-3DC0C673CF2E}"/>
          </ac:spMkLst>
        </pc:spChg>
        <pc:spChg chg="mod">
          <ac:chgData name="PRIYANK SINHA" userId="5caf86734fead6d0" providerId="LiveId" clId="{45B4E962-4C20-4DCF-A5CF-714F42735963}" dt="2026-04-26T15:15:45.610" v="750" actId="20577"/>
          <ac:spMkLst>
            <pc:docMk/>
            <pc:sldMk cId="3142382379" sldId="313"/>
            <ac:spMk id="3744" creationId="{488B4AD9-FE8B-99CA-CE98-9578B61B827F}"/>
          </ac:spMkLst>
        </pc:spChg>
        <pc:picChg chg="add mod">
          <ac:chgData name="PRIYANK SINHA" userId="5caf86734fead6d0" providerId="LiveId" clId="{45B4E962-4C20-4DCF-A5CF-714F42735963}" dt="2026-04-26T15:52:11.269" v="2432" actId="1076"/>
          <ac:picMkLst>
            <pc:docMk/>
            <pc:sldMk cId="3142382379" sldId="313"/>
            <ac:picMk id="3" creationId="{EDA0460B-D69E-9F83-F912-5DBC4ECFF080}"/>
          </ac:picMkLst>
        </pc:picChg>
        <pc:picChg chg="add mod">
          <ac:chgData name="PRIYANK SINHA" userId="5caf86734fead6d0" providerId="LiveId" clId="{45B4E962-4C20-4DCF-A5CF-714F42735963}" dt="2026-04-26T15:52:27.659" v="2435" actId="14100"/>
          <ac:picMkLst>
            <pc:docMk/>
            <pc:sldMk cId="3142382379" sldId="313"/>
            <ac:picMk id="5" creationId="{145E572A-579A-194A-2A0F-0950D11CD2EC}"/>
          </ac:picMkLst>
        </pc:picChg>
      </pc:sldChg>
      <pc:sldChg chg="addSp modSp mod">
        <pc:chgData name="PRIYANK SINHA" userId="5caf86734fead6d0" providerId="LiveId" clId="{45B4E962-4C20-4DCF-A5CF-714F42735963}" dt="2026-04-26T15:35:25.107" v="1799" actId="1076"/>
        <pc:sldMkLst>
          <pc:docMk/>
          <pc:sldMk cId="2536679962" sldId="314"/>
        </pc:sldMkLst>
        <pc:spChg chg="mod">
          <ac:chgData name="PRIYANK SINHA" userId="5caf86734fead6d0" providerId="LiveId" clId="{45B4E962-4C20-4DCF-A5CF-714F42735963}" dt="2026-04-26T15:34:59.280" v="1794" actId="1076"/>
          <ac:spMkLst>
            <pc:docMk/>
            <pc:sldMk cId="2536679962" sldId="314"/>
            <ac:spMk id="12" creationId="{0DE8F8C9-476C-4D66-1A65-7479C870F368}"/>
          </ac:spMkLst>
        </pc:spChg>
        <pc:spChg chg="mod">
          <ac:chgData name="PRIYANK SINHA" userId="5caf86734fead6d0" providerId="LiveId" clId="{45B4E962-4C20-4DCF-A5CF-714F42735963}" dt="2026-04-26T15:28:54.623" v="1213" actId="122"/>
          <ac:spMkLst>
            <pc:docMk/>
            <pc:sldMk cId="2536679962" sldId="314"/>
            <ac:spMk id="4437" creationId="{14F0E013-B41A-B730-18ED-83084E25FA1D}"/>
          </ac:spMkLst>
        </pc:spChg>
        <pc:picChg chg="add mod">
          <ac:chgData name="PRIYANK SINHA" userId="5caf86734fead6d0" providerId="LiveId" clId="{45B4E962-4C20-4DCF-A5CF-714F42735963}" dt="2026-04-26T15:35:25.107" v="1799" actId="1076"/>
          <ac:picMkLst>
            <pc:docMk/>
            <pc:sldMk cId="2536679962" sldId="314"/>
            <ac:picMk id="3" creationId="{9776293E-2CA5-8F5C-BBE4-B075F18A0C95}"/>
          </ac:picMkLst>
        </pc:picChg>
      </pc:sldChg>
      <pc:sldChg chg="addSp delSp modSp mod">
        <pc:chgData name="PRIYANK SINHA" userId="5caf86734fead6d0" providerId="LiveId" clId="{45B4E962-4C20-4DCF-A5CF-714F42735963}" dt="2026-04-26T15:51:24.882" v="2429" actId="14100"/>
        <pc:sldMkLst>
          <pc:docMk/>
          <pc:sldMk cId="369826445" sldId="315"/>
        </pc:sldMkLst>
        <pc:spChg chg="mod">
          <ac:chgData name="PRIYANK SINHA" userId="5caf86734fead6d0" providerId="LiveId" clId="{45B4E962-4C20-4DCF-A5CF-714F42735963}" dt="2026-04-26T15:50:44.792" v="2422" actId="1076"/>
          <ac:spMkLst>
            <pc:docMk/>
            <pc:sldMk cId="369826445" sldId="315"/>
            <ac:spMk id="2" creationId="{3539617B-3BE9-F6E6-5E37-5AD772D0F337}"/>
          </ac:spMkLst>
        </pc:spChg>
        <pc:spChg chg="mod">
          <ac:chgData name="PRIYANK SINHA" userId="5caf86734fead6d0" providerId="LiveId" clId="{45B4E962-4C20-4DCF-A5CF-714F42735963}" dt="2026-04-26T15:36:34.035" v="1826" actId="14100"/>
          <ac:spMkLst>
            <pc:docMk/>
            <pc:sldMk cId="369826445" sldId="315"/>
            <ac:spMk id="4834" creationId="{13C9F680-FC96-A7A3-D2D8-BE77246A553E}"/>
          </ac:spMkLst>
        </pc:spChg>
        <pc:picChg chg="del">
          <ac:chgData name="PRIYANK SINHA" userId="5caf86734fead6d0" providerId="LiveId" clId="{45B4E962-4C20-4DCF-A5CF-714F42735963}" dt="2026-04-26T15:35:44.351" v="1800" actId="478"/>
          <ac:picMkLst>
            <pc:docMk/>
            <pc:sldMk cId="369826445" sldId="315"/>
            <ac:picMk id="3" creationId="{56A77473-31D0-5270-2338-9839D3D2D542}"/>
          </ac:picMkLst>
        </pc:picChg>
        <pc:picChg chg="add mod">
          <ac:chgData name="PRIYANK SINHA" userId="5caf86734fead6d0" providerId="LiveId" clId="{45B4E962-4C20-4DCF-A5CF-714F42735963}" dt="2026-04-26T15:51:24.882" v="2429" actId="14100"/>
          <ac:picMkLst>
            <pc:docMk/>
            <pc:sldMk cId="369826445" sldId="315"/>
            <ac:picMk id="4832" creationId="{0F77AFD6-9E8A-7B83-21D9-B6414ED196C2}"/>
          </ac:picMkLst>
        </pc:picChg>
      </pc:sldChg>
      <pc:sldChg chg="modSp mod">
        <pc:chgData name="PRIYANK SINHA" userId="5caf86734fead6d0" providerId="LiveId" clId="{45B4E962-4C20-4DCF-A5CF-714F42735963}" dt="2026-04-26T16:06:28.222" v="4553" actId="1076"/>
        <pc:sldMkLst>
          <pc:docMk/>
          <pc:sldMk cId="2181002599" sldId="316"/>
        </pc:sldMkLst>
        <pc:spChg chg="mod">
          <ac:chgData name="PRIYANK SINHA" userId="5caf86734fead6d0" providerId="LiveId" clId="{45B4E962-4C20-4DCF-A5CF-714F42735963}" dt="2026-04-26T16:06:28.222" v="4553" actId="1076"/>
          <ac:spMkLst>
            <pc:docMk/>
            <pc:sldMk cId="2181002599" sldId="316"/>
            <ac:spMk id="5127" creationId="{D680B0F7-6EC5-C8BE-60F8-DFE6363D90FE}"/>
          </ac:spMkLst>
        </pc:spChg>
        <pc:spChg chg="mod">
          <ac:chgData name="PRIYANK SINHA" userId="5caf86734fead6d0" providerId="LiveId" clId="{45B4E962-4C20-4DCF-A5CF-714F42735963}" dt="2026-04-26T16:00:02.573" v="3153" actId="20577"/>
          <ac:spMkLst>
            <pc:docMk/>
            <pc:sldMk cId="2181002599" sldId="316"/>
            <ac:spMk id="5128" creationId="{DC6E9F0B-7413-570B-7CDA-603AC16F3ADC}"/>
          </ac:spMkLst>
        </pc:spChg>
      </pc:sldChg>
      <pc:sldChg chg="modSp mod">
        <pc:chgData name="PRIYANK SINHA" userId="5caf86734fead6d0" providerId="LiveId" clId="{45B4E962-4C20-4DCF-A5CF-714F42735963}" dt="2026-04-26T16:26:53.220" v="6025" actId="20577"/>
        <pc:sldMkLst>
          <pc:docMk/>
          <pc:sldMk cId="2587762442" sldId="317"/>
        </pc:sldMkLst>
        <pc:spChg chg="mod">
          <ac:chgData name="PRIYANK SINHA" userId="5caf86734fead6d0" providerId="LiveId" clId="{45B4E962-4C20-4DCF-A5CF-714F42735963}" dt="2026-04-26T16:19:42.082" v="5232" actId="20577"/>
          <ac:spMkLst>
            <pc:docMk/>
            <pc:sldMk cId="2587762442" sldId="317"/>
            <ac:spMk id="5137" creationId="{B5B4A34D-BCA3-83D2-F016-CB015CB67002}"/>
          </ac:spMkLst>
        </pc:spChg>
        <pc:spChg chg="mod">
          <ac:chgData name="PRIYANK SINHA" userId="5caf86734fead6d0" providerId="LiveId" clId="{45B4E962-4C20-4DCF-A5CF-714F42735963}" dt="2026-04-26T16:26:53.220" v="6025" actId="20577"/>
          <ac:spMkLst>
            <pc:docMk/>
            <pc:sldMk cId="2587762442" sldId="317"/>
            <ac:spMk id="5138" creationId="{A6FAC068-3829-72C2-03E2-3CA07AAE474B}"/>
          </ac:spMkLst>
        </pc:spChg>
      </pc:sldChg>
      <pc:sldChg chg="addSp delSp modSp new add del mod ord modTransition">
        <pc:chgData name="PRIYANK SINHA" userId="5caf86734fead6d0" providerId="LiveId" clId="{45B4E962-4C20-4DCF-A5CF-714F42735963}" dt="2026-04-26T16:36:38.304" v="6670"/>
        <pc:sldMkLst>
          <pc:docMk/>
          <pc:sldMk cId="184126049" sldId="318"/>
        </pc:sldMkLst>
        <pc:spChg chg="mod">
          <ac:chgData name="PRIYANK SINHA" userId="5caf86734fead6d0" providerId="LiveId" clId="{45B4E962-4C20-4DCF-A5CF-714F42735963}" dt="2026-04-26T16:09:57.239" v="4628" actId="1076"/>
          <ac:spMkLst>
            <pc:docMk/>
            <pc:sldMk cId="184126049" sldId="318"/>
            <ac:spMk id="2" creationId="{A17ECB44-FB94-2239-01F9-7E510B83BDCD}"/>
          </ac:spMkLst>
        </pc:spChg>
        <pc:spChg chg="mod">
          <ac:chgData name="PRIYANK SINHA" userId="5caf86734fead6d0" providerId="LiveId" clId="{45B4E962-4C20-4DCF-A5CF-714F42735963}" dt="2026-04-26T16:18:33.034" v="5199" actId="20577"/>
          <ac:spMkLst>
            <pc:docMk/>
            <pc:sldMk cId="184126049" sldId="318"/>
            <ac:spMk id="3" creationId="{40B7A2C8-1BEF-F6A3-26B5-88B6CE2D6D5B}"/>
          </ac:spMkLst>
        </pc:spChg>
        <pc:graphicFrameChg chg="add mod modGraphic">
          <ac:chgData name="PRIYANK SINHA" userId="5caf86734fead6d0" providerId="LiveId" clId="{45B4E962-4C20-4DCF-A5CF-714F42735963}" dt="2026-04-26T16:17:16.508" v="5183" actId="1076"/>
          <ac:graphicFrameMkLst>
            <pc:docMk/>
            <pc:sldMk cId="184126049" sldId="318"/>
            <ac:graphicFrameMk id="4" creationId="{E931632A-EDC9-1C52-EC7B-4510D06DA4AA}"/>
          </ac:graphicFrameMkLst>
        </pc:graphicFrameChg>
        <pc:picChg chg="add del mod">
          <ac:chgData name="PRIYANK SINHA" userId="5caf86734fead6d0" providerId="LiveId" clId="{45B4E962-4C20-4DCF-A5CF-714F42735963}" dt="2026-04-26T16:18:00.017" v="5189" actId="478"/>
          <ac:picMkLst>
            <pc:docMk/>
            <pc:sldMk cId="184126049" sldId="318"/>
            <ac:picMk id="6" creationId="{2F0D0E03-71CC-149D-E0E2-93F7D1022B60}"/>
          </ac:picMkLst>
        </pc:picChg>
        <pc:picChg chg="add mod">
          <ac:chgData name="PRIYANK SINHA" userId="5caf86734fead6d0" providerId="LiveId" clId="{45B4E962-4C20-4DCF-A5CF-714F42735963}" dt="2026-04-26T16:18:27.540" v="5193" actId="1076"/>
          <ac:picMkLst>
            <pc:docMk/>
            <pc:sldMk cId="184126049" sldId="318"/>
            <ac:picMk id="8" creationId="{EB6EEBF1-A384-5B09-C1B2-FD504CF981B4}"/>
          </ac:picMkLst>
        </pc:picChg>
        <pc:picChg chg="add mod">
          <ac:chgData name="PRIYANK SINHA" userId="5caf86734fead6d0" providerId="LiveId" clId="{45B4E962-4C20-4DCF-A5CF-714F42735963}" dt="2026-04-26T16:19:16.263" v="5205" actId="14100"/>
          <ac:picMkLst>
            <pc:docMk/>
            <pc:sldMk cId="184126049" sldId="318"/>
            <ac:picMk id="10" creationId="{F49E01C2-2B39-E9A3-DACC-94535AA32804}"/>
          </ac:picMkLst>
        </pc:picChg>
      </pc:sldChg>
      <pc:sldChg chg="modSp new del mod">
        <pc:chgData name="PRIYANK SINHA" userId="5caf86734fead6d0" providerId="LiveId" clId="{45B4E962-4C20-4DCF-A5CF-714F42735963}" dt="2026-04-26T16:09:20.395" v="4587" actId="680"/>
        <pc:sldMkLst>
          <pc:docMk/>
          <pc:sldMk cId="546537171" sldId="318"/>
        </pc:sldMkLst>
        <pc:spChg chg="mod">
          <ac:chgData name="PRIYANK SINHA" userId="5caf86734fead6d0" providerId="LiveId" clId="{45B4E962-4C20-4DCF-A5CF-714F42735963}" dt="2026-04-26T16:09:20.017" v="4586" actId="20577"/>
          <ac:spMkLst>
            <pc:docMk/>
            <pc:sldMk cId="546537171" sldId="318"/>
            <ac:spMk id="2" creationId="{ECEADA94-BE49-B7AD-DBCF-B5F853627A3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0F6EEC-743E-0947-9D5D-1DE41C22A5B5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EC4394-720C-AB4C-B6D5-3A70B827A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079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6" name="Google Shape;308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087" name="Google Shape;308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8" name="Google Shape;3588;g11bc263f502_0_2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589" name="Google Shape;3589;g11bc263f502_0_2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8" name="Google Shape;3598;g12937d05419_0_5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599" name="Google Shape;3599;g12937d05419_0_5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1">
          <a:extLst>
            <a:ext uri="{FF2B5EF4-FFF2-40B4-BE49-F238E27FC236}">
              <a16:creationId xmlns:a16="http://schemas.microsoft.com/office/drawing/2014/main" id="{D4012027-3409-A47A-89D8-255E83C1D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2" name="Google Shape;3672;g11bc263f502_0_2310:notes">
            <a:extLst>
              <a:ext uri="{FF2B5EF4-FFF2-40B4-BE49-F238E27FC236}">
                <a16:creationId xmlns:a16="http://schemas.microsoft.com/office/drawing/2014/main" id="{B00977B2-CB22-4EEE-BE47-34C281A8EB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673" name="Google Shape;3673;g11bc263f502_0_2310:notes">
            <a:extLst>
              <a:ext uri="{FF2B5EF4-FFF2-40B4-BE49-F238E27FC236}">
                <a16:creationId xmlns:a16="http://schemas.microsoft.com/office/drawing/2014/main" id="{F0F32C6C-105B-3684-5C90-F0A47685E0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51888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2">
          <a:extLst>
            <a:ext uri="{FF2B5EF4-FFF2-40B4-BE49-F238E27FC236}">
              <a16:creationId xmlns:a16="http://schemas.microsoft.com/office/drawing/2014/main" id="{9BD80D68-1706-C432-F174-8F39E8FD4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3" name="Google Shape;4363;g11bc263f502_0_2234:notes">
            <a:extLst>
              <a:ext uri="{FF2B5EF4-FFF2-40B4-BE49-F238E27FC236}">
                <a16:creationId xmlns:a16="http://schemas.microsoft.com/office/drawing/2014/main" id="{B090A80D-FF79-9103-A2E7-4F4FED90AF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364" name="Google Shape;4364;g11bc263f502_0_2234:notes">
            <a:extLst>
              <a:ext uri="{FF2B5EF4-FFF2-40B4-BE49-F238E27FC236}">
                <a16:creationId xmlns:a16="http://schemas.microsoft.com/office/drawing/2014/main" id="{A438AA3F-EFE5-D492-7E1E-72DF323EC8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7483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0">
          <a:extLst>
            <a:ext uri="{FF2B5EF4-FFF2-40B4-BE49-F238E27FC236}">
              <a16:creationId xmlns:a16="http://schemas.microsoft.com/office/drawing/2014/main" id="{6635648D-5819-9649-0CCC-244734A41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1" name="Google Shape;4831;g11bc263f502_0_2882:notes">
            <a:extLst>
              <a:ext uri="{FF2B5EF4-FFF2-40B4-BE49-F238E27FC236}">
                <a16:creationId xmlns:a16="http://schemas.microsoft.com/office/drawing/2014/main" id="{D2493C01-9523-CF9C-99CE-75BADAFB70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832" name="Google Shape;4832;g11bc263f502_0_2882:notes">
            <a:extLst>
              <a:ext uri="{FF2B5EF4-FFF2-40B4-BE49-F238E27FC236}">
                <a16:creationId xmlns:a16="http://schemas.microsoft.com/office/drawing/2014/main" id="{A7CECAD2-5167-5C39-7ED4-72401CDF57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06919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6" name="Google Shape;3156;g11bc263f50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157" name="Google Shape;3157;g11bc263f50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3">
          <a:extLst>
            <a:ext uri="{FF2B5EF4-FFF2-40B4-BE49-F238E27FC236}">
              <a16:creationId xmlns:a16="http://schemas.microsoft.com/office/drawing/2014/main" id="{4B7DEB5D-E54E-062C-1AC7-15EA84621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Google Shape;5124;g12937d05419_0_758:notes">
            <a:extLst>
              <a:ext uri="{FF2B5EF4-FFF2-40B4-BE49-F238E27FC236}">
                <a16:creationId xmlns:a16="http://schemas.microsoft.com/office/drawing/2014/main" id="{67192BE1-5FB7-9E1A-6439-9DE8B1386A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125" name="Google Shape;5125;g12937d05419_0_758:notes">
            <a:extLst>
              <a:ext uri="{FF2B5EF4-FFF2-40B4-BE49-F238E27FC236}">
                <a16:creationId xmlns:a16="http://schemas.microsoft.com/office/drawing/2014/main" id="{D980C677-DCD2-5023-DB7A-58D5C872DD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31689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3">
          <a:extLst>
            <a:ext uri="{FF2B5EF4-FFF2-40B4-BE49-F238E27FC236}">
              <a16:creationId xmlns:a16="http://schemas.microsoft.com/office/drawing/2014/main" id="{83707E67-1912-C99B-A576-60FEACE77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4" name="Google Shape;5134;g12937d05419_0_765:notes">
            <a:extLst>
              <a:ext uri="{FF2B5EF4-FFF2-40B4-BE49-F238E27FC236}">
                <a16:creationId xmlns:a16="http://schemas.microsoft.com/office/drawing/2014/main" id="{6CA2CD08-9B8E-3183-C8B4-A80B243B7D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135" name="Google Shape;5135;g12937d05419_0_765:notes">
            <a:extLst>
              <a:ext uri="{FF2B5EF4-FFF2-40B4-BE49-F238E27FC236}">
                <a16:creationId xmlns:a16="http://schemas.microsoft.com/office/drawing/2014/main" id="{4C1675D9-A1DF-EFC9-5BA3-11766B0AE0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351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6" name="Google Shape;4606;g12937d05419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607" name="Google Shape;4607;g12937d05419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7728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8553028" y="6053673"/>
            <a:ext cx="2970117" cy="968696"/>
            <a:chOff x="5608450" y="1680311"/>
            <a:chExt cx="1039375" cy="338989"/>
          </a:xfrm>
        </p:grpSpPr>
        <p:sp>
          <p:nvSpPr>
            <p:cNvPr id="10" name="Google Shape;10;p2"/>
            <p:cNvSpPr/>
            <p:nvPr/>
          </p:nvSpPr>
          <p:spPr>
            <a:xfrm>
              <a:off x="649988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649988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649988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589025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658902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6410738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410738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410738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321595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14330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14330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143309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96502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96502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96502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05416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05416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87587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87587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87587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697593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697593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697593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697593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78673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786736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78673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8673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608450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632159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6321595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605416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623245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623245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614330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96502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6" name="Google Shape;46;p2"/>
          <p:cNvGrpSpPr/>
          <p:nvPr/>
        </p:nvGrpSpPr>
        <p:grpSpPr>
          <a:xfrm>
            <a:off x="195907" y="223022"/>
            <a:ext cx="2970119" cy="2036255"/>
            <a:chOff x="5519300" y="372750"/>
            <a:chExt cx="1039375" cy="712575"/>
          </a:xfrm>
        </p:grpSpPr>
        <p:sp>
          <p:nvSpPr>
            <p:cNvPr id="47" name="Google Shape;47;p2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14" name="Google Shape;114;p2"/>
          <p:cNvSpPr/>
          <p:nvPr/>
        </p:nvSpPr>
        <p:spPr>
          <a:xfrm>
            <a:off x="4664099" y="-967633"/>
            <a:ext cx="1775200" cy="1775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5" name="Google Shape;115;p2"/>
          <p:cNvSpPr/>
          <p:nvPr/>
        </p:nvSpPr>
        <p:spPr>
          <a:xfrm>
            <a:off x="1091232" y="4924001"/>
            <a:ext cx="4172800" cy="4172800"/>
          </a:xfrm>
          <a:prstGeom prst="blockArc">
            <a:avLst>
              <a:gd name="adj1" fmla="val 10800000"/>
              <a:gd name="adj2" fmla="val 78601"/>
              <a:gd name="adj3" fmla="val 16284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2"/>
          <p:cNvSpPr/>
          <p:nvPr/>
        </p:nvSpPr>
        <p:spPr>
          <a:xfrm rot="8403633">
            <a:off x="-2258735" y="-2403994"/>
            <a:ext cx="6246321" cy="6246321"/>
          </a:xfrm>
          <a:prstGeom prst="blockArc">
            <a:avLst>
              <a:gd name="adj1" fmla="val 10800000"/>
              <a:gd name="adj2" fmla="val 21552055"/>
              <a:gd name="adj3" fmla="val 12224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17" name="Google Shape;117;p2"/>
          <p:cNvGrpSpPr/>
          <p:nvPr/>
        </p:nvGrpSpPr>
        <p:grpSpPr>
          <a:xfrm>
            <a:off x="10295008" y="719086"/>
            <a:ext cx="945665" cy="452261"/>
            <a:chOff x="5265975" y="1869575"/>
            <a:chExt cx="269400" cy="128825"/>
          </a:xfrm>
        </p:grpSpPr>
        <p:cxnSp>
          <p:nvCxnSpPr>
            <p:cNvPr id="118" name="Google Shape;118;p2"/>
            <p:cNvCxnSpPr/>
            <p:nvPr/>
          </p:nvCxnSpPr>
          <p:spPr>
            <a:xfrm>
              <a:off x="5265975" y="1869575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9" name="Google Shape;119;p2"/>
            <p:cNvCxnSpPr/>
            <p:nvPr/>
          </p:nvCxnSpPr>
          <p:spPr>
            <a:xfrm>
              <a:off x="5265975" y="1901781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" name="Google Shape;120;p2"/>
            <p:cNvCxnSpPr/>
            <p:nvPr/>
          </p:nvCxnSpPr>
          <p:spPr>
            <a:xfrm>
              <a:off x="5265975" y="1933988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" name="Google Shape;121;p2"/>
            <p:cNvCxnSpPr/>
            <p:nvPr/>
          </p:nvCxnSpPr>
          <p:spPr>
            <a:xfrm>
              <a:off x="5265975" y="1966194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" name="Google Shape;122;p2"/>
            <p:cNvCxnSpPr/>
            <p:nvPr/>
          </p:nvCxnSpPr>
          <p:spPr>
            <a:xfrm>
              <a:off x="5265975" y="1998400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3" name="Google Shape;123;p2"/>
          <p:cNvSpPr/>
          <p:nvPr/>
        </p:nvSpPr>
        <p:spPr>
          <a:xfrm>
            <a:off x="2567833" y="5521300"/>
            <a:ext cx="2890800" cy="2891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4" name="Google Shape;124;p2"/>
          <p:cNvSpPr/>
          <p:nvPr/>
        </p:nvSpPr>
        <p:spPr>
          <a:xfrm rot="-1855996">
            <a:off x="11240982" y="1843493"/>
            <a:ext cx="2578791" cy="2578791"/>
          </a:xfrm>
          <a:prstGeom prst="blockArc">
            <a:avLst>
              <a:gd name="adj1" fmla="val 5958233"/>
              <a:gd name="adj2" fmla="val 17549793"/>
              <a:gd name="adj3" fmla="val 21039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5" name="Google Shape;125;p2"/>
          <p:cNvSpPr/>
          <p:nvPr/>
        </p:nvSpPr>
        <p:spPr>
          <a:xfrm>
            <a:off x="11441733" y="1654633"/>
            <a:ext cx="1704000" cy="1704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6" name="Google Shape;126;p2"/>
          <p:cNvSpPr txBox="1">
            <a:spLocks noGrp="1"/>
          </p:cNvSpPr>
          <p:nvPr>
            <p:ph type="ctrTitle"/>
          </p:nvPr>
        </p:nvSpPr>
        <p:spPr>
          <a:xfrm>
            <a:off x="5089417" y="1637717"/>
            <a:ext cx="5999200" cy="24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9466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127" name="Google Shape;127;p2"/>
          <p:cNvSpPr txBox="1">
            <a:spLocks noGrp="1"/>
          </p:cNvSpPr>
          <p:nvPr>
            <p:ph type="subTitle" idx="1"/>
          </p:nvPr>
        </p:nvSpPr>
        <p:spPr>
          <a:xfrm>
            <a:off x="8458000" y="4069733"/>
            <a:ext cx="2630400" cy="9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61930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"/>
          <p:cNvSpPr txBox="1">
            <a:spLocks noGrp="1"/>
          </p:cNvSpPr>
          <p:nvPr>
            <p:ph type="title"/>
          </p:nvPr>
        </p:nvSpPr>
        <p:spPr>
          <a:xfrm>
            <a:off x="951033" y="593367"/>
            <a:ext cx="10290000" cy="9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75" name="Google Shape;275;p4"/>
          <p:cNvSpPr txBox="1">
            <a:spLocks noGrp="1"/>
          </p:cNvSpPr>
          <p:nvPr>
            <p:ph type="body" idx="1"/>
          </p:nvPr>
        </p:nvSpPr>
        <p:spPr>
          <a:xfrm>
            <a:off x="951033" y="1536633"/>
            <a:ext cx="102900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76" name="Google Shape;276;p4"/>
          <p:cNvGrpSpPr/>
          <p:nvPr/>
        </p:nvGrpSpPr>
        <p:grpSpPr>
          <a:xfrm rot="-5400000" flipH="1">
            <a:off x="10428434" y="906540"/>
            <a:ext cx="2970117" cy="968696"/>
            <a:chOff x="3799000" y="1820400"/>
            <a:chExt cx="1039375" cy="338989"/>
          </a:xfrm>
        </p:grpSpPr>
        <p:sp>
          <p:nvSpPr>
            <p:cNvPr id="277" name="Google Shape;277;p4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8" name="Google Shape;278;p4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9" name="Google Shape;279;p4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0" name="Google Shape;280;p4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1" name="Google Shape;281;p4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2" name="Google Shape;282;p4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3" name="Google Shape;283;p4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4" name="Google Shape;284;p4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5" name="Google Shape;285;p4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6" name="Google Shape;286;p4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7" name="Google Shape;287;p4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8" name="Google Shape;288;p4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9" name="Google Shape;289;p4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0" name="Google Shape;290;p4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1" name="Google Shape;291;p4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2" name="Google Shape;292;p4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3" name="Google Shape;293;p4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4" name="Google Shape;294;p4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5" name="Google Shape;295;p4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6" name="Google Shape;296;p4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7" name="Google Shape;297;p4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8" name="Google Shape;298;p4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9" name="Google Shape;299;p4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0" name="Google Shape;300;p4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1" name="Google Shape;301;p4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2" name="Google Shape;302;p4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3" name="Google Shape;303;p4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4" name="Google Shape;304;p4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5" name="Google Shape;305;p4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6" name="Google Shape;306;p4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7" name="Google Shape;307;p4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8" name="Google Shape;308;p4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9" name="Google Shape;309;p4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0" name="Google Shape;310;p4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1" name="Google Shape;311;p4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12" name="Google Shape;312;p4"/>
          <p:cNvGrpSpPr/>
          <p:nvPr/>
        </p:nvGrpSpPr>
        <p:grpSpPr>
          <a:xfrm flipH="1">
            <a:off x="-2206017" y="3826305"/>
            <a:ext cx="2970119" cy="2036255"/>
            <a:chOff x="5519300" y="372750"/>
            <a:chExt cx="1039375" cy="712575"/>
          </a:xfrm>
        </p:grpSpPr>
        <p:sp>
          <p:nvSpPr>
            <p:cNvPr id="313" name="Google Shape;313;p4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4" name="Google Shape;314;p4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5" name="Google Shape;315;p4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6" name="Google Shape;316;p4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7" name="Google Shape;317;p4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8" name="Google Shape;318;p4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9" name="Google Shape;319;p4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0" name="Google Shape;320;p4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1" name="Google Shape;321;p4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2" name="Google Shape;322;p4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3" name="Google Shape;323;p4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4" name="Google Shape;324;p4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5" name="Google Shape;325;p4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6" name="Google Shape;326;p4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7" name="Google Shape;327;p4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8" name="Google Shape;328;p4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9" name="Google Shape;329;p4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0" name="Google Shape;330;p4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1" name="Google Shape;331;p4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2" name="Google Shape;332;p4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3" name="Google Shape;333;p4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4" name="Google Shape;334;p4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5" name="Google Shape;335;p4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6" name="Google Shape;336;p4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7" name="Google Shape;337;p4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8" name="Google Shape;338;p4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9" name="Google Shape;339;p4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0" name="Google Shape;340;p4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1" name="Google Shape;341;p4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2" name="Google Shape;342;p4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3" name="Google Shape;343;p4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4" name="Google Shape;344;p4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5" name="Google Shape;345;p4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6" name="Google Shape;346;p4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7" name="Google Shape;347;p4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8" name="Google Shape;348;p4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9" name="Google Shape;349;p4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0" name="Google Shape;350;p4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1" name="Google Shape;351;p4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2" name="Google Shape;352;p4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3" name="Google Shape;353;p4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4" name="Google Shape;354;p4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5" name="Google Shape;355;p4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6" name="Google Shape;356;p4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7" name="Google Shape;357;p4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8" name="Google Shape;358;p4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9" name="Google Shape;359;p4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0" name="Google Shape;360;p4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1" name="Google Shape;361;p4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2" name="Google Shape;362;p4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3" name="Google Shape;363;p4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4" name="Google Shape;364;p4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5" name="Google Shape;365;p4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6" name="Google Shape;366;p4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7" name="Google Shape;367;p4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8" name="Google Shape;368;p4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9" name="Google Shape;369;p4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0" name="Google Shape;370;p4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1" name="Google Shape;371;p4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2" name="Google Shape;372;p4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3" name="Google Shape;373;p4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4" name="Google Shape;374;p4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5" name="Google Shape;375;p4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6" name="Google Shape;376;p4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7" name="Google Shape;377;p4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8" name="Google Shape;378;p4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9" name="Google Shape;379;p4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80" name="Google Shape;380;p4"/>
          <p:cNvSpPr/>
          <p:nvPr/>
        </p:nvSpPr>
        <p:spPr>
          <a:xfrm rot="899876" flipH="1">
            <a:off x="-1819945" y="5578881"/>
            <a:ext cx="2907441" cy="2907441"/>
          </a:xfrm>
          <a:prstGeom prst="blockArc">
            <a:avLst>
              <a:gd name="adj1" fmla="val 10010889"/>
              <a:gd name="adj2" fmla="val 18123158"/>
              <a:gd name="adj3" fmla="val 2994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1" name="Google Shape;381;p4"/>
          <p:cNvSpPr/>
          <p:nvPr/>
        </p:nvSpPr>
        <p:spPr>
          <a:xfrm flipH="1">
            <a:off x="-1134372" y="6098523"/>
            <a:ext cx="2211600" cy="2212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2" name="Google Shape;382;p4"/>
          <p:cNvSpPr/>
          <p:nvPr/>
        </p:nvSpPr>
        <p:spPr>
          <a:xfrm>
            <a:off x="11575107" y="1925200"/>
            <a:ext cx="3560800" cy="3560800"/>
          </a:xfrm>
          <a:prstGeom prst="blockArc">
            <a:avLst>
              <a:gd name="adj1" fmla="val 5318277"/>
              <a:gd name="adj2" fmla="val 17376266"/>
              <a:gd name="adj3" fmla="val 8497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3" name="Google Shape;383;p4"/>
          <p:cNvSpPr/>
          <p:nvPr/>
        </p:nvSpPr>
        <p:spPr>
          <a:xfrm>
            <a:off x="11702443" y="2075568"/>
            <a:ext cx="2611200" cy="2612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4" name="Google Shape;384;p4"/>
          <p:cNvSpPr/>
          <p:nvPr/>
        </p:nvSpPr>
        <p:spPr>
          <a:xfrm rot="3508339" flipH="1">
            <a:off x="-2303849" y="-2767480"/>
            <a:ext cx="3875232" cy="3875232"/>
          </a:xfrm>
          <a:prstGeom prst="blockArc">
            <a:avLst>
              <a:gd name="adj1" fmla="val 5318277"/>
              <a:gd name="adj2" fmla="val 17556576"/>
              <a:gd name="adj3" fmla="val 1575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439217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6"/>
          <p:cNvSpPr txBox="1">
            <a:spLocks noGrp="1"/>
          </p:cNvSpPr>
          <p:nvPr>
            <p:ph type="title"/>
          </p:nvPr>
        </p:nvSpPr>
        <p:spPr>
          <a:xfrm>
            <a:off x="951033" y="593367"/>
            <a:ext cx="10290000" cy="9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grpSp>
        <p:nvGrpSpPr>
          <p:cNvPr id="503" name="Google Shape;503;p6"/>
          <p:cNvGrpSpPr/>
          <p:nvPr/>
        </p:nvGrpSpPr>
        <p:grpSpPr>
          <a:xfrm>
            <a:off x="11625942" y="684309"/>
            <a:ext cx="434889" cy="2970091"/>
            <a:chOff x="8577956" y="1596694"/>
            <a:chExt cx="326167" cy="2227568"/>
          </a:xfrm>
        </p:grpSpPr>
        <p:sp>
          <p:nvSpPr>
            <p:cNvPr id="504" name="Google Shape;504;p6"/>
            <p:cNvSpPr/>
            <p:nvPr/>
          </p:nvSpPr>
          <p:spPr>
            <a:xfrm rot="5400000">
              <a:off x="8778124" y="3698263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5" name="Google Shape;505;p6"/>
            <p:cNvSpPr/>
            <p:nvPr/>
          </p:nvSpPr>
          <p:spPr>
            <a:xfrm rot="5400000">
              <a:off x="8577956" y="3698263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6" name="Google Shape;506;p6"/>
            <p:cNvSpPr/>
            <p:nvPr/>
          </p:nvSpPr>
          <p:spPr>
            <a:xfrm rot="5400000">
              <a:off x="8778124" y="331615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7" name="Google Shape;507;p6"/>
            <p:cNvSpPr/>
            <p:nvPr/>
          </p:nvSpPr>
          <p:spPr>
            <a:xfrm rot="5400000">
              <a:off x="8577956" y="331615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8" name="Google Shape;508;p6"/>
            <p:cNvSpPr/>
            <p:nvPr/>
          </p:nvSpPr>
          <p:spPr>
            <a:xfrm rot="5400000">
              <a:off x="8778124" y="293405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9" name="Google Shape;509;p6"/>
            <p:cNvSpPr/>
            <p:nvPr/>
          </p:nvSpPr>
          <p:spPr>
            <a:xfrm rot="5400000">
              <a:off x="8577956" y="293405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0" name="Google Shape;510;p6"/>
            <p:cNvSpPr/>
            <p:nvPr/>
          </p:nvSpPr>
          <p:spPr>
            <a:xfrm rot="5400000">
              <a:off x="8778124" y="3125108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1" name="Google Shape;511;p6"/>
            <p:cNvSpPr/>
            <p:nvPr/>
          </p:nvSpPr>
          <p:spPr>
            <a:xfrm rot="5400000">
              <a:off x="8778124" y="2743004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2" name="Google Shape;512;p6"/>
            <p:cNvSpPr/>
            <p:nvPr/>
          </p:nvSpPr>
          <p:spPr>
            <a:xfrm rot="5400000">
              <a:off x="8577956" y="2743004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3" name="Google Shape;513;p6"/>
            <p:cNvSpPr/>
            <p:nvPr/>
          </p:nvSpPr>
          <p:spPr>
            <a:xfrm rot="5400000">
              <a:off x="8778124" y="2551953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4" name="Google Shape;514;p6"/>
            <p:cNvSpPr/>
            <p:nvPr/>
          </p:nvSpPr>
          <p:spPr>
            <a:xfrm rot="5400000">
              <a:off x="8778124" y="216984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5" name="Google Shape;515;p6"/>
            <p:cNvSpPr/>
            <p:nvPr/>
          </p:nvSpPr>
          <p:spPr>
            <a:xfrm rot="5400000">
              <a:off x="8577956" y="178774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6" name="Google Shape;516;p6"/>
            <p:cNvSpPr/>
            <p:nvPr/>
          </p:nvSpPr>
          <p:spPr>
            <a:xfrm rot="5400000">
              <a:off x="8778124" y="1978798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7" name="Google Shape;517;p6"/>
            <p:cNvSpPr/>
            <p:nvPr/>
          </p:nvSpPr>
          <p:spPr>
            <a:xfrm rot="5400000">
              <a:off x="8577956" y="1978798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8" name="Google Shape;518;p6"/>
            <p:cNvSpPr/>
            <p:nvPr/>
          </p:nvSpPr>
          <p:spPr>
            <a:xfrm rot="5400000">
              <a:off x="8778124" y="1596694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9" name="Google Shape;519;p6"/>
            <p:cNvSpPr/>
            <p:nvPr/>
          </p:nvSpPr>
          <p:spPr>
            <a:xfrm rot="5400000">
              <a:off x="8577956" y="1596694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20" name="Google Shape;520;p6"/>
          <p:cNvGrpSpPr/>
          <p:nvPr/>
        </p:nvGrpSpPr>
        <p:grpSpPr>
          <a:xfrm rot="-5400000">
            <a:off x="-1328133" y="5353847"/>
            <a:ext cx="2970117" cy="968696"/>
            <a:chOff x="3620725" y="372750"/>
            <a:chExt cx="1039375" cy="338989"/>
          </a:xfrm>
        </p:grpSpPr>
        <p:sp>
          <p:nvSpPr>
            <p:cNvPr id="521" name="Google Shape;521;p6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2" name="Google Shape;522;p6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3" name="Google Shape;523;p6"/>
            <p:cNvSpPr/>
            <p:nvPr/>
          </p:nvSpPr>
          <p:spPr>
            <a:xfrm>
              <a:off x="451215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4" name="Google Shape;524;p6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5" name="Google Shape;525;p6"/>
            <p:cNvSpPr/>
            <p:nvPr/>
          </p:nvSpPr>
          <p:spPr>
            <a:xfrm>
              <a:off x="460130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6" name="Google Shape;526;p6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7" name="Google Shape;527;p6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8" name="Google Shape;528;p6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9" name="Google Shape;529;p6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0" name="Google Shape;530;p6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1" name="Google Shape;531;p6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2" name="Google Shape;532;p6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3" name="Google Shape;533;p6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4" name="Google Shape;534;p6"/>
            <p:cNvSpPr/>
            <p:nvPr/>
          </p:nvSpPr>
          <p:spPr>
            <a:xfrm>
              <a:off x="433387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5" name="Google Shape;535;p6"/>
            <p:cNvSpPr/>
            <p:nvPr/>
          </p:nvSpPr>
          <p:spPr>
            <a:xfrm>
              <a:off x="433387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6" name="Google Shape;536;p6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7" name="Google Shape;537;p6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8" name="Google Shape;538;p6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9" name="Google Shape;539;p6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0" name="Google Shape;540;p6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1" name="Google Shape;541;p6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2" name="Google Shape;542;p6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3" name="Google Shape;543;p6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4" name="Google Shape;544;p6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5" name="Google Shape;545;p6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6" name="Google Shape;546;p6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7" name="Google Shape;547;p6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8" name="Google Shape;548;p6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9" name="Google Shape;549;p6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0" name="Google Shape;550;p6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1" name="Google Shape;551;p6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2" name="Google Shape;552;p6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3" name="Google Shape;553;p6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4" name="Google Shape;554;p6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5" name="Google Shape;555;p6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6" name="Google Shape;556;p6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7" name="Google Shape;557;p6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58" name="Google Shape;558;p6"/>
          <p:cNvSpPr/>
          <p:nvPr/>
        </p:nvSpPr>
        <p:spPr>
          <a:xfrm rot="1856158" flipH="1">
            <a:off x="-1556842" y="823923"/>
            <a:ext cx="2262684" cy="2262684"/>
          </a:xfrm>
          <a:prstGeom prst="blockArc">
            <a:avLst>
              <a:gd name="adj1" fmla="val 5958233"/>
              <a:gd name="adj2" fmla="val 17549793"/>
              <a:gd name="adj3" fmla="val 21039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59" name="Google Shape;559;p6"/>
          <p:cNvSpPr/>
          <p:nvPr/>
        </p:nvSpPr>
        <p:spPr>
          <a:xfrm>
            <a:off x="-608167" y="1278633"/>
            <a:ext cx="1281200" cy="12812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60" name="Google Shape;560;p6"/>
          <p:cNvSpPr/>
          <p:nvPr/>
        </p:nvSpPr>
        <p:spPr>
          <a:xfrm rot="-5400000" flipH="1">
            <a:off x="7206659" y="6341776"/>
            <a:ext cx="1562800" cy="1562800"/>
          </a:xfrm>
          <a:prstGeom prst="blockArc">
            <a:avLst>
              <a:gd name="adj1" fmla="val 4205957"/>
              <a:gd name="adj2" fmla="val 17987083"/>
              <a:gd name="adj3" fmla="val 30235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61" name="Google Shape;561;p6"/>
          <p:cNvSpPr/>
          <p:nvPr/>
        </p:nvSpPr>
        <p:spPr>
          <a:xfrm>
            <a:off x="7269300" y="6435833"/>
            <a:ext cx="1116400" cy="1116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915360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7"/>
          <p:cNvSpPr txBox="1">
            <a:spLocks noGrp="1"/>
          </p:cNvSpPr>
          <p:nvPr>
            <p:ph type="title"/>
          </p:nvPr>
        </p:nvSpPr>
        <p:spPr>
          <a:xfrm>
            <a:off x="1494867" y="1489033"/>
            <a:ext cx="5077200" cy="9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564" name="Google Shape;564;p7"/>
          <p:cNvSpPr txBox="1">
            <a:spLocks noGrp="1"/>
          </p:cNvSpPr>
          <p:nvPr>
            <p:ph type="body" idx="1"/>
          </p:nvPr>
        </p:nvSpPr>
        <p:spPr>
          <a:xfrm>
            <a:off x="1494867" y="2564159"/>
            <a:ext cx="5077200" cy="28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89457" rtl="0">
              <a:spcBef>
                <a:spcPts val="0"/>
              </a:spcBef>
              <a:spcAft>
                <a:spcPts val="0"/>
              </a:spcAft>
              <a:buSzPts val="1000"/>
              <a:buFont typeface="Open Sans Medium"/>
              <a:buChar char="●"/>
              <a:defRPr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■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65" name="Google Shape;565;p7"/>
          <p:cNvSpPr/>
          <p:nvPr/>
        </p:nvSpPr>
        <p:spPr>
          <a:xfrm rot="-8909883">
            <a:off x="9840741" y="-1230123"/>
            <a:ext cx="3271788" cy="3271788"/>
          </a:xfrm>
          <a:prstGeom prst="blockArc">
            <a:avLst>
              <a:gd name="adj1" fmla="val 10800000"/>
              <a:gd name="adj2" fmla="val 567723"/>
              <a:gd name="adj3" fmla="val 11413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66" name="Google Shape;566;p7"/>
          <p:cNvSpPr/>
          <p:nvPr/>
        </p:nvSpPr>
        <p:spPr>
          <a:xfrm>
            <a:off x="9506733" y="-722467"/>
            <a:ext cx="2346000" cy="2346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7" name="Google Shape;567;p7"/>
          <p:cNvGrpSpPr/>
          <p:nvPr/>
        </p:nvGrpSpPr>
        <p:grpSpPr>
          <a:xfrm flipH="1">
            <a:off x="8928474" y="445989"/>
            <a:ext cx="2970119" cy="2036255"/>
            <a:chOff x="5519300" y="372750"/>
            <a:chExt cx="1039375" cy="712575"/>
          </a:xfrm>
        </p:grpSpPr>
        <p:sp>
          <p:nvSpPr>
            <p:cNvPr id="568" name="Google Shape;568;p7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9" name="Google Shape;569;p7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0" name="Google Shape;570;p7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1" name="Google Shape;571;p7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2" name="Google Shape;572;p7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3" name="Google Shape;573;p7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4" name="Google Shape;574;p7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5" name="Google Shape;575;p7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6" name="Google Shape;576;p7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7" name="Google Shape;577;p7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8" name="Google Shape;578;p7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9" name="Google Shape;579;p7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0" name="Google Shape;580;p7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1" name="Google Shape;581;p7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2" name="Google Shape;582;p7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3" name="Google Shape;583;p7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4" name="Google Shape;584;p7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5" name="Google Shape;585;p7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6" name="Google Shape;586;p7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7" name="Google Shape;587;p7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8" name="Google Shape;588;p7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9" name="Google Shape;589;p7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0" name="Google Shape;590;p7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1" name="Google Shape;591;p7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2" name="Google Shape;592;p7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3" name="Google Shape;593;p7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4" name="Google Shape;594;p7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5" name="Google Shape;595;p7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6" name="Google Shape;596;p7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7" name="Google Shape;597;p7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8" name="Google Shape;598;p7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9" name="Google Shape;599;p7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0" name="Google Shape;600;p7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1" name="Google Shape;601;p7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2" name="Google Shape;602;p7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3" name="Google Shape;603;p7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4" name="Google Shape;604;p7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5" name="Google Shape;605;p7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6" name="Google Shape;606;p7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7" name="Google Shape;607;p7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8" name="Google Shape;608;p7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9" name="Google Shape;609;p7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0" name="Google Shape;610;p7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1" name="Google Shape;611;p7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2" name="Google Shape;612;p7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3" name="Google Shape;613;p7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4" name="Google Shape;614;p7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5" name="Google Shape;615;p7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6" name="Google Shape;616;p7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7" name="Google Shape;617;p7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8" name="Google Shape;618;p7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9" name="Google Shape;619;p7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0" name="Google Shape;620;p7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1" name="Google Shape;621;p7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2" name="Google Shape;622;p7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3" name="Google Shape;623;p7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4" name="Google Shape;624;p7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5" name="Google Shape;625;p7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6" name="Google Shape;626;p7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7" name="Google Shape;627;p7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8" name="Google Shape;628;p7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9" name="Google Shape;629;p7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0" name="Google Shape;630;p7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1" name="Google Shape;631;p7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2" name="Google Shape;632;p7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3" name="Google Shape;633;p7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4" name="Google Shape;634;p7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35" name="Google Shape;635;p7"/>
          <p:cNvGrpSpPr/>
          <p:nvPr/>
        </p:nvGrpSpPr>
        <p:grpSpPr>
          <a:xfrm>
            <a:off x="143571" y="-250120"/>
            <a:ext cx="2970119" cy="969277"/>
            <a:chOff x="6972150" y="711750"/>
            <a:chExt cx="1039375" cy="339193"/>
          </a:xfrm>
        </p:grpSpPr>
        <p:sp>
          <p:nvSpPr>
            <p:cNvPr id="636" name="Google Shape;636;p7"/>
            <p:cNvSpPr/>
            <p:nvPr/>
          </p:nvSpPr>
          <p:spPr>
            <a:xfrm>
              <a:off x="7952725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7" name="Google Shape;637;p7"/>
            <p:cNvSpPr/>
            <p:nvPr/>
          </p:nvSpPr>
          <p:spPr>
            <a:xfrm>
              <a:off x="7774438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8" name="Google Shape;638;p7"/>
            <p:cNvSpPr/>
            <p:nvPr/>
          </p:nvSpPr>
          <p:spPr>
            <a:xfrm>
              <a:off x="7596152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9" name="Google Shape;639;p7"/>
            <p:cNvSpPr/>
            <p:nvPr/>
          </p:nvSpPr>
          <p:spPr>
            <a:xfrm>
              <a:off x="7507009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0" name="Google Shape;640;p7"/>
            <p:cNvSpPr/>
            <p:nvPr/>
          </p:nvSpPr>
          <p:spPr>
            <a:xfrm>
              <a:off x="7061293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1" name="Google Shape;641;p7"/>
            <p:cNvSpPr/>
            <p:nvPr/>
          </p:nvSpPr>
          <p:spPr>
            <a:xfrm>
              <a:off x="7150436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2" name="Google Shape;642;p7"/>
            <p:cNvSpPr/>
            <p:nvPr/>
          </p:nvSpPr>
          <p:spPr>
            <a:xfrm>
              <a:off x="6972150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3" name="Google Shape;643;p7"/>
            <p:cNvSpPr/>
            <p:nvPr/>
          </p:nvSpPr>
          <p:spPr>
            <a:xfrm>
              <a:off x="786358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4" name="Google Shape;644;p7"/>
            <p:cNvSpPr/>
            <p:nvPr/>
          </p:nvSpPr>
          <p:spPr>
            <a:xfrm>
              <a:off x="795272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5" name="Google Shape;645;p7"/>
            <p:cNvSpPr/>
            <p:nvPr/>
          </p:nvSpPr>
          <p:spPr>
            <a:xfrm>
              <a:off x="759615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6" name="Google Shape;646;p7"/>
            <p:cNvSpPr/>
            <p:nvPr/>
          </p:nvSpPr>
          <p:spPr>
            <a:xfrm>
              <a:off x="759615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7" name="Google Shape;647;p7"/>
            <p:cNvSpPr/>
            <p:nvPr/>
          </p:nvSpPr>
          <p:spPr>
            <a:xfrm>
              <a:off x="768529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8" name="Google Shape;648;p7"/>
            <p:cNvSpPr/>
            <p:nvPr/>
          </p:nvSpPr>
          <p:spPr>
            <a:xfrm>
              <a:off x="7685295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9" name="Google Shape;649;p7"/>
            <p:cNvSpPr/>
            <p:nvPr/>
          </p:nvSpPr>
          <p:spPr>
            <a:xfrm>
              <a:off x="750700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0" name="Google Shape;650;p7"/>
            <p:cNvSpPr/>
            <p:nvPr/>
          </p:nvSpPr>
          <p:spPr>
            <a:xfrm>
              <a:off x="7507009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1" name="Google Shape;651;p7"/>
            <p:cNvSpPr/>
            <p:nvPr/>
          </p:nvSpPr>
          <p:spPr>
            <a:xfrm>
              <a:off x="750700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2" name="Google Shape;652;p7"/>
            <p:cNvSpPr/>
            <p:nvPr/>
          </p:nvSpPr>
          <p:spPr>
            <a:xfrm>
              <a:off x="732872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3" name="Google Shape;653;p7"/>
            <p:cNvSpPr/>
            <p:nvPr/>
          </p:nvSpPr>
          <p:spPr>
            <a:xfrm>
              <a:off x="7328722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4" name="Google Shape;654;p7"/>
            <p:cNvSpPr/>
            <p:nvPr/>
          </p:nvSpPr>
          <p:spPr>
            <a:xfrm>
              <a:off x="732872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5" name="Google Shape;655;p7"/>
            <p:cNvSpPr/>
            <p:nvPr/>
          </p:nvSpPr>
          <p:spPr>
            <a:xfrm>
              <a:off x="741786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6" name="Google Shape;656;p7"/>
            <p:cNvSpPr/>
            <p:nvPr/>
          </p:nvSpPr>
          <p:spPr>
            <a:xfrm>
              <a:off x="741786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7" name="Google Shape;657;p7"/>
            <p:cNvSpPr/>
            <p:nvPr/>
          </p:nvSpPr>
          <p:spPr>
            <a:xfrm>
              <a:off x="741786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8" name="Google Shape;658;p7"/>
            <p:cNvSpPr/>
            <p:nvPr/>
          </p:nvSpPr>
          <p:spPr>
            <a:xfrm>
              <a:off x="723957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9" name="Google Shape;659;p7"/>
            <p:cNvSpPr/>
            <p:nvPr/>
          </p:nvSpPr>
          <p:spPr>
            <a:xfrm>
              <a:off x="723957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0" name="Google Shape;660;p7"/>
            <p:cNvSpPr/>
            <p:nvPr/>
          </p:nvSpPr>
          <p:spPr>
            <a:xfrm>
              <a:off x="7061293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1" name="Google Shape;661;p7"/>
            <p:cNvSpPr/>
            <p:nvPr/>
          </p:nvSpPr>
          <p:spPr>
            <a:xfrm>
              <a:off x="7061293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2" name="Google Shape;662;p7"/>
            <p:cNvSpPr/>
            <p:nvPr/>
          </p:nvSpPr>
          <p:spPr>
            <a:xfrm>
              <a:off x="715043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3" name="Google Shape;663;p7"/>
            <p:cNvSpPr/>
            <p:nvPr/>
          </p:nvSpPr>
          <p:spPr>
            <a:xfrm>
              <a:off x="715043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4" name="Google Shape;664;p7"/>
            <p:cNvSpPr/>
            <p:nvPr/>
          </p:nvSpPr>
          <p:spPr>
            <a:xfrm>
              <a:off x="715043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5" name="Google Shape;665;p7"/>
            <p:cNvSpPr/>
            <p:nvPr/>
          </p:nvSpPr>
          <p:spPr>
            <a:xfrm>
              <a:off x="6972150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6" name="Google Shape;666;p7"/>
            <p:cNvSpPr/>
            <p:nvPr/>
          </p:nvSpPr>
          <p:spPr>
            <a:xfrm>
              <a:off x="6972150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7" name="Google Shape;667;p7"/>
            <p:cNvSpPr/>
            <p:nvPr/>
          </p:nvSpPr>
          <p:spPr>
            <a:xfrm>
              <a:off x="6972150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68" name="Google Shape;668;p7"/>
          <p:cNvSpPr/>
          <p:nvPr/>
        </p:nvSpPr>
        <p:spPr>
          <a:xfrm>
            <a:off x="-832187" y="-558867"/>
            <a:ext cx="2036000" cy="2036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69" name="Google Shape;669;p7"/>
          <p:cNvSpPr/>
          <p:nvPr/>
        </p:nvSpPr>
        <p:spPr>
          <a:xfrm rot="372611">
            <a:off x="7300785" y="5553440"/>
            <a:ext cx="2939651" cy="2939651"/>
          </a:xfrm>
          <a:prstGeom prst="blockArc">
            <a:avLst>
              <a:gd name="adj1" fmla="val 9398892"/>
              <a:gd name="adj2" fmla="val 534609"/>
              <a:gd name="adj3" fmla="val 19679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70" name="Google Shape;670;p7"/>
          <p:cNvGrpSpPr/>
          <p:nvPr/>
        </p:nvGrpSpPr>
        <p:grpSpPr>
          <a:xfrm>
            <a:off x="7776006" y="5332655"/>
            <a:ext cx="2970117" cy="968696"/>
            <a:chOff x="3620725" y="372750"/>
            <a:chExt cx="1039375" cy="338989"/>
          </a:xfrm>
        </p:grpSpPr>
        <p:sp>
          <p:nvSpPr>
            <p:cNvPr id="671" name="Google Shape;671;p7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2" name="Google Shape;672;p7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3" name="Google Shape;673;p7"/>
            <p:cNvSpPr/>
            <p:nvPr/>
          </p:nvSpPr>
          <p:spPr>
            <a:xfrm>
              <a:off x="451215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4" name="Google Shape;674;p7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5" name="Google Shape;675;p7"/>
            <p:cNvSpPr/>
            <p:nvPr/>
          </p:nvSpPr>
          <p:spPr>
            <a:xfrm>
              <a:off x="460130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6" name="Google Shape;676;p7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7" name="Google Shape;677;p7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8" name="Google Shape;678;p7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9" name="Google Shape;679;p7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0" name="Google Shape;680;p7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1" name="Google Shape;681;p7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2" name="Google Shape;682;p7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3" name="Google Shape;683;p7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4" name="Google Shape;684;p7"/>
            <p:cNvSpPr/>
            <p:nvPr/>
          </p:nvSpPr>
          <p:spPr>
            <a:xfrm>
              <a:off x="433387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5" name="Google Shape;685;p7"/>
            <p:cNvSpPr/>
            <p:nvPr/>
          </p:nvSpPr>
          <p:spPr>
            <a:xfrm>
              <a:off x="433387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6" name="Google Shape;686;p7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7" name="Google Shape;687;p7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8" name="Google Shape;688;p7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9" name="Google Shape;689;p7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0" name="Google Shape;690;p7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1" name="Google Shape;691;p7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2" name="Google Shape;692;p7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3" name="Google Shape;693;p7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4" name="Google Shape;694;p7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5" name="Google Shape;695;p7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6" name="Google Shape;696;p7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7" name="Google Shape;697;p7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8" name="Google Shape;698;p7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9" name="Google Shape;699;p7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0" name="Google Shape;700;p7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1" name="Google Shape;701;p7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2" name="Google Shape;702;p7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3" name="Google Shape;703;p7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4" name="Google Shape;704;p7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5" name="Google Shape;705;p7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6" name="Google Shape;706;p7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7" name="Google Shape;707;p7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49978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 and text 5">
    <p:spTree>
      <p:nvGrpSpPr>
        <p:cNvPr id="1" name="Shape 1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4" name="Google Shape;1834;p22"/>
          <p:cNvSpPr txBox="1">
            <a:spLocks noGrp="1"/>
          </p:cNvSpPr>
          <p:nvPr>
            <p:ph type="title"/>
          </p:nvPr>
        </p:nvSpPr>
        <p:spPr>
          <a:xfrm>
            <a:off x="951033" y="593367"/>
            <a:ext cx="10290000" cy="9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1835" name="Google Shape;1835;p22"/>
          <p:cNvSpPr txBox="1">
            <a:spLocks noGrp="1"/>
          </p:cNvSpPr>
          <p:nvPr>
            <p:ph type="body" idx="1"/>
          </p:nvPr>
        </p:nvSpPr>
        <p:spPr>
          <a:xfrm>
            <a:off x="951033" y="1536633"/>
            <a:ext cx="10290000" cy="13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1836" name="Google Shape;1836;p22"/>
          <p:cNvGrpSpPr/>
          <p:nvPr/>
        </p:nvGrpSpPr>
        <p:grpSpPr>
          <a:xfrm rot="5400000">
            <a:off x="-1079744" y="906540"/>
            <a:ext cx="2970117" cy="968696"/>
            <a:chOff x="3799000" y="1820400"/>
            <a:chExt cx="1039375" cy="338989"/>
          </a:xfrm>
        </p:grpSpPr>
        <p:sp>
          <p:nvSpPr>
            <p:cNvPr id="1837" name="Google Shape;1837;p22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38" name="Google Shape;1838;p22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39" name="Google Shape;1839;p22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0" name="Google Shape;1840;p22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1" name="Google Shape;1841;p22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2" name="Google Shape;1842;p22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3" name="Google Shape;1843;p22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4" name="Google Shape;1844;p22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5" name="Google Shape;1845;p22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6" name="Google Shape;1846;p22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7" name="Google Shape;1847;p22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8" name="Google Shape;1848;p22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9" name="Google Shape;1849;p22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0" name="Google Shape;1850;p22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1" name="Google Shape;1851;p22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2" name="Google Shape;1852;p22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3" name="Google Shape;1853;p22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4" name="Google Shape;1854;p22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5" name="Google Shape;1855;p22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6" name="Google Shape;1856;p22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7" name="Google Shape;1857;p22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8" name="Google Shape;1858;p22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9" name="Google Shape;1859;p22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0" name="Google Shape;1860;p22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1" name="Google Shape;1861;p22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2" name="Google Shape;1862;p22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3" name="Google Shape;1863;p22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4" name="Google Shape;1864;p22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5" name="Google Shape;1865;p22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6" name="Google Shape;1866;p22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7" name="Google Shape;1867;p22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8" name="Google Shape;1868;p22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9" name="Google Shape;1869;p22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0" name="Google Shape;1870;p22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1" name="Google Shape;1871;p22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872" name="Google Shape;1872;p22"/>
          <p:cNvGrpSpPr/>
          <p:nvPr/>
        </p:nvGrpSpPr>
        <p:grpSpPr>
          <a:xfrm>
            <a:off x="11203641" y="3449755"/>
            <a:ext cx="2970119" cy="2036255"/>
            <a:chOff x="5519300" y="372750"/>
            <a:chExt cx="1039375" cy="712575"/>
          </a:xfrm>
        </p:grpSpPr>
        <p:sp>
          <p:nvSpPr>
            <p:cNvPr id="1873" name="Google Shape;1873;p22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4" name="Google Shape;1874;p22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5" name="Google Shape;1875;p22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6" name="Google Shape;1876;p22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7" name="Google Shape;1877;p22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8" name="Google Shape;1878;p22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9" name="Google Shape;1879;p22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0" name="Google Shape;1880;p22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1" name="Google Shape;1881;p22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2" name="Google Shape;1882;p22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3" name="Google Shape;1883;p22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4" name="Google Shape;1884;p22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5" name="Google Shape;1885;p22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6" name="Google Shape;1886;p22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7" name="Google Shape;1887;p22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8" name="Google Shape;1888;p22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9" name="Google Shape;1889;p22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0" name="Google Shape;1890;p22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1" name="Google Shape;1891;p22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2" name="Google Shape;1892;p22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3" name="Google Shape;1893;p22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4" name="Google Shape;1894;p22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5" name="Google Shape;1895;p22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6" name="Google Shape;1896;p22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7" name="Google Shape;1897;p22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8" name="Google Shape;1898;p22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9" name="Google Shape;1899;p22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0" name="Google Shape;1900;p22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1" name="Google Shape;1901;p22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2" name="Google Shape;1902;p22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3" name="Google Shape;1903;p22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4" name="Google Shape;1904;p22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5" name="Google Shape;1905;p22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6" name="Google Shape;1906;p22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7" name="Google Shape;1907;p22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8" name="Google Shape;1908;p22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9" name="Google Shape;1909;p22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0" name="Google Shape;1910;p22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1" name="Google Shape;1911;p22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2" name="Google Shape;1912;p22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3" name="Google Shape;1913;p22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4" name="Google Shape;1914;p22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5" name="Google Shape;1915;p22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6" name="Google Shape;1916;p22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7" name="Google Shape;1917;p22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8" name="Google Shape;1918;p22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9" name="Google Shape;1919;p22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0" name="Google Shape;1920;p22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1" name="Google Shape;1921;p22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2" name="Google Shape;1922;p22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3" name="Google Shape;1923;p22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4" name="Google Shape;1924;p22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5" name="Google Shape;1925;p22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6" name="Google Shape;1926;p22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7" name="Google Shape;1927;p22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8" name="Google Shape;1928;p22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9" name="Google Shape;1929;p22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0" name="Google Shape;1930;p22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1" name="Google Shape;1931;p22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2" name="Google Shape;1932;p22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3" name="Google Shape;1933;p22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4" name="Google Shape;1934;p22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5" name="Google Shape;1935;p22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6" name="Google Shape;1936;p22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7" name="Google Shape;1937;p22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8" name="Google Shape;1938;p22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9" name="Google Shape;1939;p22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940" name="Google Shape;1940;p22"/>
          <p:cNvSpPr/>
          <p:nvPr/>
        </p:nvSpPr>
        <p:spPr>
          <a:xfrm rot="-899876">
            <a:off x="10880245" y="5202332"/>
            <a:ext cx="2907441" cy="2907441"/>
          </a:xfrm>
          <a:prstGeom prst="blockArc">
            <a:avLst>
              <a:gd name="adj1" fmla="val 10010889"/>
              <a:gd name="adj2" fmla="val 18123158"/>
              <a:gd name="adj3" fmla="val 2994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41" name="Google Shape;1941;p22"/>
          <p:cNvSpPr/>
          <p:nvPr/>
        </p:nvSpPr>
        <p:spPr>
          <a:xfrm>
            <a:off x="10890512" y="5721973"/>
            <a:ext cx="2211600" cy="2212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42" name="Google Shape;1942;p22"/>
          <p:cNvSpPr/>
          <p:nvPr/>
        </p:nvSpPr>
        <p:spPr>
          <a:xfrm flipH="1">
            <a:off x="-2806467" y="2687483"/>
            <a:ext cx="3560800" cy="3560800"/>
          </a:xfrm>
          <a:prstGeom prst="blockArc">
            <a:avLst>
              <a:gd name="adj1" fmla="val 5318277"/>
              <a:gd name="adj2" fmla="val 17376266"/>
              <a:gd name="adj3" fmla="val 8497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43" name="Google Shape;1943;p22"/>
          <p:cNvSpPr/>
          <p:nvPr/>
        </p:nvSpPr>
        <p:spPr>
          <a:xfrm flipH="1">
            <a:off x="-1984203" y="2837852"/>
            <a:ext cx="2611200" cy="2612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1944" name="Google Shape;1944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265433" y="4126667"/>
            <a:ext cx="1461767" cy="1048101"/>
          </a:xfrm>
          <a:prstGeom prst="rect">
            <a:avLst/>
          </a:prstGeom>
          <a:noFill/>
          <a:ln>
            <a:noFill/>
          </a:ln>
        </p:spPr>
      </p:pic>
      <p:sp>
        <p:nvSpPr>
          <p:cNvPr id="1945" name="Google Shape;1945;p22"/>
          <p:cNvSpPr/>
          <p:nvPr/>
        </p:nvSpPr>
        <p:spPr>
          <a:xfrm rot="-3508339">
            <a:off x="10865824" y="-2118513"/>
            <a:ext cx="3875232" cy="3875232"/>
          </a:xfrm>
          <a:prstGeom prst="blockArc">
            <a:avLst>
              <a:gd name="adj1" fmla="val 5318277"/>
              <a:gd name="adj2" fmla="val 17556576"/>
              <a:gd name="adj3" fmla="val 1575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963279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Google Shape;1947;p23"/>
          <p:cNvSpPr txBox="1">
            <a:spLocks noGrp="1"/>
          </p:cNvSpPr>
          <p:nvPr>
            <p:ph type="title"/>
          </p:nvPr>
        </p:nvSpPr>
        <p:spPr>
          <a:xfrm>
            <a:off x="5294400" y="593367"/>
            <a:ext cx="5978400" cy="9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1948" name="Google Shape;1948;p23"/>
          <p:cNvSpPr txBox="1">
            <a:spLocks noGrp="1"/>
          </p:cNvSpPr>
          <p:nvPr>
            <p:ph type="title" idx="2"/>
          </p:nvPr>
        </p:nvSpPr>
        <p:spPr>
          <a:xfrm>
            <a:off x="7037105" y="1839967"/>
            <a:ext cx="3811200" cy="7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1949" name="Google Shape;1949;p23"/>
          <p:cNvSpPr txBox="1">
            <a:spLocks noGrp="1"/>
          </p:cNvSpPr>
          <p:nvPr>
            <p:ph type="subTitle" idx="1"/>
          </p:nvPr>
        </p:nvSpPr>
        <p:spPr>
          <a:xfrm>
            <a:off x="7037105" y="2412699"/>
            <a:ext cx="3811200" cy="11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950" name="Google Shape;1950;p23"/>
          <p:cNvSpPr txBox="1">
            <a:spLocks noGrp="1"/>
          </p:cNvSpPr>
          <p:nvPr>
            <p:ph type="title" idx="3"/>
          </p:nvPr>
        </p:nvSpPr>
        <p:spPr>
          <a:xfrm>
            <a:off x="7037100" y="4067301"/>
            <a:ext cx="3811200" cy="7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1951" name="Google Shape;1951;p23"/>
          <p:cNvSpPr txBox="1">
            <a:spLocks noGrp="1"/>
          </p:cNvSpPr>
          <p:nvPr>
            <p:ph type="subTitle" idx="4"/>
          </p:nvPr>
        </p:nvSpPr>
        <p:spPr>
          <a:xfrm>
            <a:off x="7037100" y="4640033"/>
            <a:ext cx="3811200" cy="11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952" name="Google Shape;1952;p23"/>
          <p:cNvSpPr/>
          <p:nvPr/>
        </p:nvSpPr>
        <p:spPr>
          <a:xfrm flipH="1">
            <a:off x="-1639324" y="3210495"/>
            <a:ext cx="3290800" cy="3290800"/>
          </a:xfrm>
          <a:prstGeom prst="blockArc">
            <a:avLst>
              <a:gd name="adj1" fmla="val 4832860"/>
              <a:gd name="adj2" fmla="val 19296739"/>
              <a:gd name="adj3" fmla="val 9237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53" name="Google Shape;1953;p23"/>
          <p:cNvSpPr/>
          <p:nvPr/>
        </p:nvSpPr>
        <p:spPr>
          <a:xfrm>
            <a:off x="-1004433" y="3430900"/>
            <a:ext cx="2301200" cy="23012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54" name="Google Shape;1954;p23"/>
          <p:cNvGrpSpPr/>
          <p:nvPr/>
        </p:nvGrpSpPr>
        <p:grpSpPr>
          <a:xfrm rot="-5400000">
            <a:off x="10364138" y="4211204"/>
            <a:ext cx="2970117" cy="968696"/>
            <a:chOff x="3857800" y="1143286"/>
            <a:chExt cx="1039375" cy="338989"/>
          </a:xfrm>
        </p:grpSpPr>
        <p:sp>
          <p:nvSpPr>
            <p:cNvPr id="1955" name="Google Shape;1955;p23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6" name="Google Shape;1956;p23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7" name="Google Shape;1957;p23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8" name="Google Shape;1958;p23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9" name="Google Shape;1959;p23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0" name="Google Shape;1960;p23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1" name="Google Shape;1961;p23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2" name="Google Shape;1962;p23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3" name="Google Shape;1963;p23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4" name="Google Shape;1964;p23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5" name="Google Shape;1965;p23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6" name="Google Shape;1966;p23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7" name="Google Shape;1967;p23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8" name="Google Shape;1968;p23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9" name="Google Shape;1969;p23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0" name="Google Shape;1970;p23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1" name="Google Shape;1971;p23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2" name="Google Shape;1972;p23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3" name="Google Shape;1973;p23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4" name="Google Shape;1974;p23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5" name="Google Shape;1975;p23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6" name="Google Shape;1976;p23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7" name="Google Shape;1977;p23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8" name="Google Shape;1978;p23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9" name="Google Shape;1979;p23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0" name="Google Shape;1980;p23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1" name="Google Shape;1981;p23"/>
            <p:cNvSpPr/>
            <p:nvPr/>
          </p:nvSpPr>
          <p:spPr>
            <a:xfrm>
              <a:off x="3857800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2" name="Google Shape;1982;p23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3" name="Google Shape;1983;p23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4" name="Google Shape;1984;p23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985" name="Google Shape;1985;p23"/>
          <p:cNvSpPr/>
          <p:nvPr/>
        </p:nvSpPr>
        <p:spPr>
          <a:xfrm>
            <a:off x="11496688" y="1981307"/>
            <a:ext cx="1838400" cy="1838400"/>
          </a:xfrm>
          <a:prstGeom prst="blockArc">
            <a:avLst>
              <a:gd name="adj1" fmla="val 4832860"/>
              <a:gd name="adj2" fmla="val 18782450"/>
              <a:gd name="adj3" fmla="val 20267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86" name="Google Shape;1986;p23"/>
          <p:cNvSpPr/>
          <p:nvPr/>
        </p:nvSpPr>
        <p:spPr>
          <a:xfrm>
            <a:off x="3291433" y="-861633"/>
            <a:ext cx="1580800" cy="15808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012648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 and two columns 3">
    <p:spTree>
      <p:nvGrpSpPr>
        <p:cNvPr id="1" name="Shape 2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0" name="Google Shape;2110;p25"/>
          <p:cNvSpPr txBox="1">
            <a:spLocks noGrp="1"/>
          </p:cNvSpPr>
          <p:nvPr>
            <p:ph type="title"/>
          </p:nvPr>
        </p:nvSpPr>
        <p:spPr>
          <a:xfrm>
            <a:off x="951033" y="593367"/>
            <a:ext cx="10290000" cy="9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111" name="Google Shape;2111;p25"/>
          <p:cNvSpPr txBox="1">
            <a:spLocks noGrp="1"/>
          </p:cNvSpPr>
          <p:nvPr>
            <p:ph type="subTitle" idx="1"/>
          </p:nvPr>
        </p:nvSpPr>
        <p:spPr>
          <a:xfrm>
            <a:off x="1649648" y="2199851"/>
            <a:ext cx="4181600" cy="3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2112" name="Google Shape;2112;p25"/>
          <p:cNvSpPr txBox="1">
            <a:spLocks noGrp="1"/>
          </p:cNvSpPr>
          <p:nvPr>
            <p:ph type="subTitle" idx="2"/>
          </p:nvPr>
        </p:nvSpPr>
        <p:spPr>
          <a:xfrm>
            <a:off x="6360752" y="2199851"/>
            <a:ext cx="4181600" cy="31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grpSp>
        <p:nvGrpSpPr>
          <p:cNvPr id="2113" name="Google Shape;2113;p25"/>
          <p:cNvGrpSpPr/>
          <p:nvPr/>
        </p:nvGrpSpPr>
        <p:grpSpPr>
          <a:xfrm rot="5400000">
            <a:off x="-954770" y="4376013"/>
            <a:ext cx="2970091" cy="435472"/>
            <a:chOff x="5911703" y="-1770615"/>
            <a:chExt cx="2227568" cy="326604"/>
          </a:xfrm>
        </p:grpSpPr>
        <p:sp>
          <p:nvSpPr>
            <p:cNvPr id="2114" name="Google Shape;2114;p25"/>
            <p:cNvSpPr/>
            <p:nvPr/>
          </p:nvSpPr>
          <p:spPr>
            <a:xfrm>
              <a:off x="8013271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15" name="Google Shape;2115;p25"/>
            <p:cNvSpPr/>
            <p:nvPr/>
          </p:nvSpPr>
          <p:spPr>
            <a:xfrm>
              <a:off x="7631168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16" name="Google Shape;2116;p25"/>
            <p:cNvSpPr/>
            <p:nvPr/>
          </p:nvSpPr>
          <p:spPr>
            <a:xfrm>
              <a:off x="7249064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17" name="Google Shape;2117;p25"/>
            <p:cNvSpPr/>
            <p:nvPr/>
          </p:nvSpPr>
          <p:spPr>
            <a:xfrm>
              <a:off x="7058013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18" name="Google Shape;2118;p25"/>
            <p:cNvSpPr/>
            <p:nvPr/>
          </p:nvSpPr>
          <p:spPr>
            <a:xfrm>
              <a:off x="6102754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19" name="Google Shape;2119;p25"/>
            <p:cNvSpPr/>
            <p:nvPr/>
          </p:nvSpPr>
          <p:spPr>
            <a:xfrm>
              <a:off x="6293806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0" name="Google Shape;2120;p25"/>
            <p:cNvSpPr/>
            <p:nvPr/>
          </p:nvSpPr>
          <p:spPr>
            <a:xfrm>
              <a:off x="5911703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1" name="Google Shape;2121;p25"/>
            <p:cNvSpPr/>
            <p:nvPr/>
          </p:nvSpPr>
          <p:spPr>
            <a:xfrm>
              <a:off x="7822219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2" name="Google Shape;2122;p25"/>
            <p:cNvSpPr/>
            <p:nvPr/>
          </p:nvSpPr>
          <p:spPr>
            <a:xfrm>
              <a:off x="8013271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3" name="Google Shape;2123;p25"/>
            <p:cNvSpPr/>
            <p:nvPr/>
          </p:nvSpPr>
          <p:spPr>
            <a:xfrm>
              <a:off x="7249064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4" name="Google Shape;2124;p25"/>
            <p:cNvSpPr/>
            <p:nvPr/>
          </p:nvSpPr>
          <p:spPr>
            <a:xfrm>
              <a:off x="7440116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5" name="Google Shape;2125;p25"/>
            <p:cNvSpPr/>
            <p:nvPr/>
          </p:nvSpPr>
          <p:spPr>
            <a:xfrm>
              <a:off x="7058013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6" name="Google Shape;2126;p25"/>
            <p:cNvSpPr/>
            <p:nvPr/>
          </p:nvSpPr>
          <p:spPr>
            <a:xfrm>
              <a:off x="6675909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7" name="Google Shape;2127;p25"/>
            <p:cNvSpPr/>
            <p:nvPr/>
          </p:nvSpPr>
          <p:spPr>
            <a:xfrm>
              <a:off x="6866961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8" name="Google Shape;2128;p25"/>
            <p:cNvSpPr/>
            <p:nvPr/>
          </p:nvSpPr>
          <p:spPr>
            <a:xfrm>
              <a:off x="6484858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9" name="Google Shape;2129;p25"/>
            <p:cNvSpPr/>
            <p:nvPr/>
          </p:nvSpPr>
          <p:spPr>
            <a:xfrm>
              <a:off x="6293806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0" name="Google Shape;2130;p25"/>
            <p:cNvSpPr/>
            <p:nvPr/>
          </p:nvSpPr>
          <p:spPr>
            <a:xfrm>
              <a:off x="5911703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131" name="Google Shape;2131;p25"/>
          <p:cNvSpPr/>
          <p:nvPr/>
        </p:nvSpPr>
        <p:spPr>
          <a:xfrm rot="8223760" flipH="1">
            <a:off x="10755485" y="4403871"/>
            <a:ext cx="2648275" cy="2648861"/>
          </a:xfrm>
          <a:prstGeom prst="blockArc">
            <a:avLst>
              <a:gd name="adj1" fmla="val 5100224"/>
              <a:gd name="adj2" fmla="val 16890590"/>
              <a:gd name="adj3" fmla="val 2586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32" name="Google Shape;2132;p25"/>
          <p:cNvSpPr/>
          <p:nvPr/>
        </p:nvSpPr>
        <p:spPr>
          <a:xfrm rot="8223572" flipH="1">
            <a:off x="10797367" y="4660199"/>
            <a:ext cx="2046275" cy="2046295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33" name="Google Shape;2133;p25"/>
          <p:cNvSpPr/>
          <p:nvPr/>
        </p:nvSpPr>
        <p:spPr>
          <a:xfrm rot="656896" flipH="1">
            <a:off x="-1955179" y="1267099"/>
            <a:ext cx="3007540" cy="3007616"/>
          </a:xfrm>
          <a:prstGeom prst="blockArc">
            <a:avLst>
              <a:gd name="adj1" fmla="val 5100224"/>
              <a:gd name="adj2" fmla="val 17105252"/>
              <a:gd name="adj3" fmla="val 22959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34" name="Google Shape;2134;p25"/>
          <p:cNvSpPr/>
          <p:nvPr/>
        </p:nvSpPr>
        <p:spPr>
          <a:xfrm rot="656663" flipH="1">
            <a:off x="-1269080" y="1965068"/>
            <a:ext cx="2323867" cy="2323943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35" name="Google Shape;2135;p25"/>
          <p:cNvGrpSpPr/>
          <p:nvPr/>
        </p:nvGrpSpPr>
        <p:grpSpPr>
          <a:xfrm rot="-5400000" flipH="1">
            <a:off x="10502534" y="2182275"/>
            <a:ext cx="2715383" cy="968696"/>
            <a:chOff x="5697593" y="1680311"/>
            <a:chExt cx="950232" cy="338989"/>
          </a:xfrm>
        </p:grpSpPr>
        <p:sp>
          <p:nvSpPr>
            <p:cNvPr id="2136" name="Google Shape;2136;p25"/>
            <p:cNvSpPr/>
            <p:nvPr/>
          </p:nvSpPr>
          <p:spPr>
            <a:xfrm>
              <a:off x="649988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7" name="Google Shape;2137;p25"/>
            <p:cNvSpPr/>
            <p:nvPr/>
          </p:nvSpPr>
          <p:spPr>
            <a:xfrm>
              <a:off x="649988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8" name="Google Shape;2138;p25"/>
            <p:cNvSpPr/>
            <p:nvPr/>
          </p:nvSpPr>
          <p:spPr>
            <a:xfrm>
              <a:off x="649988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9" name="Google Shape;2139;p25"/>
            <p:cNvSpPr/>
            <p:nvPr/>
          </p:nvSpPr>
          <p:spPr>
            <a:xfrm>
              <a:off x="6589025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0" name="Google Shape;2140;p25"/>
            <p:cNvSpPr/>
            <p:nvPr/>
          </p:nvSpPr>
          <p:spPr>
            <a:xfrm>
              <a:off x="658902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1" name="Google Shape;2141;p25"/>
            <p:cNvSpPr/>
            <p:nvPr/>
          </p:nvSpPr>
          <p:spPr>
            <a:xfrm>
              <a:off x="6410738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2" name="Google Shape;2142;p25"/>
            <p:cNvSpPr/>
            <p:nvPr/>
          </p:nvSpPr>
          <p:spPr>
            <a:xfrm>
              <a:off x="6410738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3" name="Google Shape;2143;p25"/>
            <p:cNvSpPr/>
            <p:nvPr/>
          </p:nvSpPr>
          <p:spPr>
            <a:xfrm>
              <a:off x="623245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4" name="Google Shape;2144;p25"/>
            <p:cNvSpPr/>
            <p:nvPr/>
          </p:nvSpPr>
          <p:spPr>
            <a:xfrm>
              <a:off x="623245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5" name="Google Shape;2145;p25"/>
            <p:cNvSpPr/>
            <p:nvPr/>
          </p:nvSpPr>
          <p:spPr>
            <a:xfrm>
              <a:off x="6321595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6" name="Google Shape;2146;p25"/>
            <p:cNvSpPr/>
            <p:nvPr/>
          </p:nvSpPr>
          <p:spPr>
            <a:xfrm>
              <a:off x="632159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7" name="Google Shape;2147;p25"/>
            <p:cNvSpPr/>
            <p:nvPr/>
          </p:nvSpPr>
          <p:spPr>
            <a:xfrm>
              <a:off x="614330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8" name="Google Shape;2148;p25"/>
            <p:cNvSpPr/>
            <p:nvPr/>
          </p:nvSpPr>
          <p:spPr>
            <a:xfrm>
              <a:off x="614330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9" name="Google Shape;2149;p25"/>
            <p:cNvSpPr/>
            <p:nvPr/>
          </p:nvSpPr>
          <p:spPr>
            <a:xfrm>
              <a:off x="596502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0" name="Google Shape;2150;p25"/>
            <p:cNvSpPr/>
            <p:nvPr/>
          </p:nvSpPr>
          <p:spPr>
            <a:xfrm>
              <a:off x="596502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1" name="Google Shape;2151;p25"/>
            <p:cNvSpPr/>
            <p:nvPr/>
          </p:nvSpPr>
          <p:spPr>
            <a:xfrm>
              <a:off x="596502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2" name="Google Shape;2152;p25"/>
            <p:cNvSpPr/>
            <p:nvPr/>
          </p:nvSpPr>
          <p:spPr>
            <a:xfrm>
              <a:off x="596502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3" name="Google Shape;2153;p25"/>
            <p:cNvSpPr/>
            <p:nvPr/>
          </p:nvSpPr>
          <p:spPr>
            <a:xfrm>
              <a:off x="605416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4" name="Google Shape;2154;p25"/>
            <p:cNvSpPr/>
            <p:nvPr/>
          </p:nvSpPr>
          <p:spPr>
            <a:xfrm>
              <a:off x="605416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5" name="Google Shape;2155;p25"/>
            <p:cNvSpPr/>
            <p:nvPr/>
          </p:nvSpPr>
          <p:spPr>
            <a:xfrm>
              <a:off x="587587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6" name="Google Shape;2156;p25"/>
            <p:cNvSpPr/>
            <p:nvPr/>
          </p:nvSpPr>
          <p:spPr>
            <a:xfrm>
              <a:off x="587587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7" name="Google Shape;2157;p25"/>
            <p:cNvSpPr/>
            <p:nvPr/>
          </p:nvSpPr>
          <p:spPr>
            <a:xfrm>
              <a:off x="587587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8" name="Google Shape;2158;p25"/>
            <p:cNvSpPr/>
            <p:nvPr/>
          </p:nvSpPr>
          <p:spPr>
            <a:xfrm>
              <a:off x="5697593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9" name="Google Shape;2159;p25"/>
            <p:cNvSpPr/>
            <p:nvPr/>
          </p:nvSpPr>
          <p:spPr>
            <a:xfrm>
              <a:off x="5697593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0" name="Google Shape;2160;p25"/>
            <p:cNvSpPr/>
            <p:nvPr/>
          </p:nvSpPr>
          <p:spPr>
            <a:xfrm>
              <a:off x="5697593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1" name="Google Shape;2161;p25"/>
            <p:cNvSpPr/>
            <p:nvPr/>
          </p:nvSpPr>
          <p:spPr>
            <a:xfrm>
              <a:off x="5697593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2" name="Google Shape;2162;p25"/>
            <p:cNvSpPr/>
            <p:nvPr/>
          </p:nvSpPr>
          <p:spPr>
            <a:xfrm>
              <a:off x="578673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3" name="Google Shape;2163;p25"/>
            <p:cNvSpPr/>
            <p:nvPr/>
          </p:nvSpPr>
          <p:spPr>
            <a:xfrm>
              <a:off x="5786736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4" name="Google Shape;2164;p25"/>
            <p:cNvSpPr/>
            <p:nvPr/>
          </p:nvSpPr>
          <p:spPr>
            <a:xfrm>
              <a:off x="578673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5" name="Google Shape;2165;p25"/>
            <p:cNvSpPr/>
            <p:nvPr/>
          </p:nvSpPr>
          <p:spPr>
            <a:xfrm>
              <a:off x="578673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166" name="Google Shape;2166;p25"/>
          <p:cNvGrpSpPr/>
          <p:nvPr/>
        </p:nvGrpSpPr>
        <p:grpSpPr>
          <a:xfrm flipH="1">
            <a:off x="-509095" y="-137812"/>
            <a:ext cx="2970117" cy="968696"/>
            <a:chOff x="3620725" y="372750"/>
            <a:chExt cx="1039375" cy="338989"/>
          </a:xfrm>
        </p:grpSpPr>
        <p:sp>
          <p:nvSpPr>
            <p:cNvPr id="2167" name="Google Shape;2167;p25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8" name="Google Shape;2168;p25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9" name="Google Shape;2169;p25"/>
            <p:cNvSpPr/>
            <p:nvPr/>
          </p:nvSpPr>
          <p:spPr>
            <a:xfrm>
              <a:off x="451215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0" name="Google Shape;2170;p25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1" name="Google Shape;2171;p25"/>
            <p:cNvSpPr/>
            <p:nvPr/>
          </p:nvSpPr>
          <p:spPr>
            <a:xfrm>
              <a:off x="460130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2" name="Google Shape;2172;p25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3" name="Google Shape;2173;p25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4" name="Google Shape;2174;p25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5" name="Google Shape;2175;p25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6" name="Google Shape;2176;p25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7" name="Google Shape;2177;p25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8" name="Google Shape;2178;p25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9" name="Google Shape;2179;p25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0" name="Google Shape;2180;p25"/>
            <p:cNvSpPr/>
            <p:nvPr/>
          </p:nvSpPr>
          <p:spPr>
            <a:xfrm>
              <a:off x="433387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1" name="Google Shape;2181;p25"/>
            <p:cNvSpPr/>
            <p:nvPr/>
          </p:nvSpPr>
          <p:spPr>
            <a:xfrm>
              <a:off x="433387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2" name="Google Shape;2182;p25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3" name="Google Shape;2183;p25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4" name="Google Shape;2184;p25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5" name="Google Shape;2185;p25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6" name="Google Shape;2186;p25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7" name="Google Shape;2187;p25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8" name="Google Shape;2188;p25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9" name="Google Shape;2189;p25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0" name="Google Shape;2190;p25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1" name="Google Shape;2191;p25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2" name="Google Shape;2192;p25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3" name="Google Shape;2193;p25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4" name="Google Shape;2194;p25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5" name="Google Shape;2195;p25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6" name="Google Shape;2196;p25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7" name="Google Shape;2197;p25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8" name="Google Shape;2198;p25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9" name="Google Shape;2199;p25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0" name="Google Shape;2200;p25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1" name="Google Shape;2201;p25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2" name="Google Shape;2202;p25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3" name="Google Shape;2203;p25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pic>
        <p:nvPicPr>
          <p:cNvPr id="2204" name="Google Shape;2204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512796" y="5263578"/>
            <a:ext cx="887600" cy="1481847"/>
          </a:xfrm>
          <a:prstGeom prst="rect">
            <a:avLst/>
          </a:prstGeom>
          <a:noFill/>
          <a:ln>
            <a:noFill/>
          </a:ln>
        </p:spPr>
      </p:pic>
      <p:sp>
        <p:nvSpPr>
          <p:cNvPr id="2205" name="Google Shape;2205;p25"/>
          <p:cNvSpPr/>
          <p:nvPr/>
        </p:nvSpPr>
        <p:spPr>
          <a:xfrm rot="-4743008" flipH="1">
            <a:off x="1248133" y="6238353"/>
            <a:ext cx="3457752" cy="3457828"/>
          </a:xfrm>
          <a:prstGeom prst="blockArc">
            <a:avLst>
              <a:gd name="adj1" fmla="val 5100224"/>
              <a:gd name="adj2" fmla="val 16747037"/>
              <a:gd name="adj3" fmla="val 11247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06" name="Google Shape;2206;p25"/>
          <p:cNvSpPr/>
          <p:nvPr/>
        </p:nvSpPr>
        <p:spPr>
          <a:xfrm rot="-4743408" flipH="1">
            <a:off x="2050636" y="6235502"/>
            <a:ext cx="2671784" cy="267186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537556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2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8" name="Google Shape;2208;p26"/>
          <p:cNvSpPr txBox="1">
            <a:spLocks noGrp="1"/>
          </p:cNvSpPr>
          <p:nvPr>
            <p:ph type="title"/>
          </p:nvPr>
        </p:nvSpPr>
        <p:spPr>
          <a:xfrm>
            <a:off x="951033" y="593367"/>
            <a:ext cx="10290000" cy="9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209" name="Google Shape;2209;p26"/>
          <p:cNvSpPr txBox="1">
            <a:spLocks noGrp="1"/>
          </p:cNvSpPr>
          <p:nvPr>
            <p:ph type="title" idx="2"/>
          </p:nvPr>
        </p:nvSpPr>
        <p:spPr>
          <a:xfrm>
            <a:off x="1465600" y="3921400"/>
            <a:ext cx="2675600" cy="7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210" name="Google Shape;2210;p26"/>
          <p:cNvSpPr txBox="1">
            <a:spLocks noGrp="1"/>
          </p:cNvSpPr>
          <p:nvPr>
            <p:ph type="subTitle" idx="1"/>
          </p:nvPr>
        </p:nvSpPr>
        <p:spPr>
          <a:xfrm>
            <a:off x="1465600" y="4494132"/>
            <a:ext cx="2675600" cy="11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2211" name="Google Shape;2211;p26"/>
          <p:cNvSpPr txBox="1">
            <a:spLocks noGrp="1"/>
          </p:cNvSpPr>
          <p:nvPr>
            <p:ph type="title" idx="3"/>
          </p:nvPr>
        </p:nvSpPr>
        <p:spPr>
          <a:xfrm>
            <a:off x="4704016" y="3921400"/>
            <a:ext cx="2675600" cy="7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212" name="Google Shape;2212;p26"/>
          <p:cNvSpPr txBox="1">
            <a:spLocks noGrp="1"/>
          </p:cNvSpPr>
          <p:nvPr>
            <p:ph type="subTitle" idx="4"/>
          </p:nvPr>
        </p:nvSpPr>
        <p:spPr>
          <a:xfrm>
            <a:off x="4704016" y="4494133"/>
            <a:ext cx="2675600" cy="11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2213" name="Google Shape;2213;p26"/>
          <p:cNvSpPr txBox="1">
            <a:spLocks noGrp="1"/>
          </p:cNvSpPr>
          <p:nvPr>
            <p:ph type="title" idx="5"/>
          </p:nvPr>
        </p:nvSpPr>
        <p:spPr>
          <a:xfrm>
            <a:off x="7942333" y="3921400"/>
            <a:ext cx="2675600" cy="7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214" name="Google Shape;2214;p26"/>
          <p:cNvSpPr txBox="1">
            <a:spLocks noGrp="1"/>
          </p:cNvSpPr>
          <p:nvPr>
            <p:ph type="subTitle" idx="6"/>
          </p:nvPr>
        </p:nvSpPr>
        <p:spPr>
          <a:xfrm>
            <a:off x="7942333" y="4494133"/>
            <a:ext cx="2675600" cy="11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grpSp>
        <p:nvGrpSpPr>
          <p:cNvPr id="2215" name="Google Shape;2215;p26"/>
          <p:cNvGrpSpPr/>
          <p:nvPr/>
        </p:nvGrpSpPr>
        <p:grpSpPr>
          <a:xfrm>
            <a:off x="9507438" y="6240404"/>
            <a:ext cx="2970117" cy="968696"/>
            <a:chOff x="3857800" y="1143286"/>
            <a:chExt cx="1039375" cy="338989"/>
          </a:xfrm>
        </p:grpSpPr>
        <p:sp>
          <p:nvSpPr>
            <p:cNvPr id="2216" name="Google Shape;2216;p26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7" name="Google Shape;2217;p26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8" name="Google Shape;2218;p26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9" name="Google Shape;2219;p26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0" name="Google Shape;2220;p26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1" name="Google Shape;2221;p26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2" name="Google Shape;2222;p26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3" name="Google Shape;2223;p26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4" name="Google Shape;2224;p26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5" name="Google Shape;2225;p26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6" name="Google Shape;2226;p26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7" name="Google Shape;2227;p26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8" name="Google Shape;2228;p26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9" name="Google Shape;2229;p26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0" name="Google Shape;2230;p26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1" name="Google Shape;2231;p26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2" name="Google Shape;2232;p26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3" name="Google Shape;2233;p26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4" name="Google Shape;2234;p26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5" name="Google Shape;2235;p26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6" name="Google Shape;2236;p26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7" name="Google Shape;2237;p26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8" name="Google Shape;2238;p26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9" name="Google Shape;2239;p26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0" name="Google Shape;2240;p26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1" name="Google Shape;2241;p26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2" name="Google Shape;2242;p26"/>
            <p:cNvSpPr/>
            <p:nvPr/>
          </p:nvSpPr>
          <p:spPr>
            <a:xfrm>
              <a:off x="3857800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3" name="Google Shape;2243;p26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4" name="Google Shape;2244;p26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5" name="Google Shape;2245;p26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246" name="Google Shape;2246;p26"/>
          <p:cNvGrpSpPr/>
          <p:nvPr/>
        </p:nvGrpSpPr>
        <p:grpSpPr>
          <a:xfrm>
            <a:off x="-339589" y="-102493"/>
            <a:ext cx="2970117" cy="968696"/>
            <a:chOff x="5608450" y="1680311"/>
            <a:chExt cx="1039375" cy="338989"/>
          </a:xfrm>
        </p:grpSpPr>
        <p:sp>
          <p:nvSpPr>
            <p:cNvPr id="2247" name="Google Shape;2247;p26"/>
            <p:cNvSpPr/>
            <p:nvPr/>
          </p:nvSpPr>
          <p:spPr>
            <a:xfrm>
              <a:off x="649988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8" name="Google Shape;2248;p26"/>
            <p:cNvSpPr/>
            <p:nvPr/>
          </p:nvSpPr>
          <p:spPr>
            <a:xfrm>
              <a:off x="649988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9" name="Google Shape;2249;p26"/>
            <p:cNvSpPr/>
            <p:nvPr/>
          </p:nvSpPr>
          <p:spPr>
            <a:xfrm>
              <a:off x="649988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0" name="Google Shape;2250;p26"/>
            <p:cNvSpPr/>
            <p:nvPr/>
          </p:nvSpPr>
          <p:spPr>
            <a:xfrm>
              <a:off x="6589025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1" name="Google Shape;2251;p26"/>
            <p:cNvSpPr/>
            <p:nvPr/>
          </p:nvSpPr>
          <p:spPr>
            <a:xfrm>
              <a:off x="658902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2" name="Google Shape;2252;p26"/>
            <p:cNvSpPr/>
            <p:nvPr/>
          </p:nvSpPr>
          <p:spPr>
            <a:xfrm>
              <a:off x="6410738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3" name="Google Shape;2253;p26"/>
            <p:cNvSpPr/>
            <p:nvPr/>
          </p:nvSpPr>
          <p:spPr>
            <a:xfrm>
              <a:off x="6410738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4" name="Google Shape;2254;p26"/>
            <p:cNvSpPr/>
            <p:nvPr/>
          </p:nvSpPr>
          <p:spPr>
            <a:xfrm>
              <a:off x="6410738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5" name="Google Shape;2255;p26"/>
            <p:cNvSpPr/>
            <p:nvPr/>
          </p:nvSpPr>
          <p:spPr>
            <a:xfrm>
              <a:off x="623245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6" name="Google Shape;2256;p26"/>
            <p:cNvSpPr/>
            <p:nvPr/>
          </p:nvSpPr>
          <p:spPr>
            <a:xfrm>
              <a:off x="623245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7" name="Google Shape;2257;p26"/>
            <p:cNvSpPr/>
            <p:nvPr/>
          </p:nvSpPr>
          <p:spPr>
            <a:xfrm>
              <a:off x="6321595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8" name="Google Shape;2258;p26"/>
            <p:cNvSpPr/>
            <p:nvPr/>
          </p:nvSpPr>
          <p:spPr>
            <a:xfrm>
              <a:off x="632159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9" name="Google Shape;2259;p26"/>
            <p:cNvSpPr/>
            <p:nvPr/>
          </p:nvSpPr>
          <p:spPr>
            <a:xfrm>
              <a:off x="6321595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60" name="Google Shape;2260;p26"/>
            <p:cNvSpPr/>
            <p:nvPr/>
          </p:nvSpPr>
          <p:spPr>
            <a:xfrm>
              <a:off x="614330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61" name="Google Shape;2261;p26"/>
            <p:cNvSpPr/>
            <p:nvPr/>
          </p:nvSpPr>
          <p:spPr>
            <a:xfrm>
              <a:off x="614330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62" name="Google Shape;2262;p26"/>
            <p:cNvSpPr/>
            <p:nvPr/>
          </p:nvSpPr>
          <p:spPr>
            <a:xfrm>
              <a:off x="6143309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63" name="Google Shape;2263;p26"/>
            <p:cNvSpPr/>
            <p:nvPr/>
          </p:nvSpPr>
          <p:spPr>
            <a:xfrm>
              <a:off x="614330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64" name="Google Shape;2264;p26"/>
            <p:cNvSpPr/>
            <p:nvPr/>
          </p:nvSpPr>
          <p:spPr>
            <a:xfrm>
              <a:off x="596502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65" name="Google Shape;2265;p26"/>
            <p:cNvSpPr/>
            <p:nvPr/>
          </p:nvSpPr>
          <p:spPr>
            <a:xfrm>
              <a:off x="596502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66" name="Google Shape;2266;p26"/>
            <p:cNvSpPr/>
            <p:nvPr/>
          </p:nvSpPr>
          <p:spPr>
            <a:xfrm>
              <a:off x="596502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67" name="Google Shape;2267;p26"/>
            <p:cNvSpPr/>
            <p:nvPr/>
          </p:nvSpPr>
          <p:spPr>
            <a:xfrm>
              <a:off x="596502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68" name="Google Shape;2268;p26"/>
            <p:cNvSpPr/>
            <p:nvPr/>
          </p:nvSpPr>
          <p:spPr>
            <a:xfrm>
              <a:off x="605416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69" name="Google Shape;2269;p26"/>
            <p:cNvSpPr/>
            <p:nvPr/>
          </p:nvSpPr>
          <p:spPr>
            <a:xfrm>
              <a:off x="605416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70" name="Google Shape;2270;p26"/>
            <p:cNvSpPr/>
            <p:nvPr/>
          </p:nvSpPr>
          <p:spPr>
            <a:xfrm>
              <a:off x="605416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71" name="Google Shape;2271;p26"/>
            <p:cNvSpPr/>
            <p:nvPr/>
          </p:nvSpPr>
          <p:spPr>
            <a:xfrm>
              <a:off x="587587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72" name="Google Shape;2272;p26"/>
            <p:cNvSpPr/>
            <p:nvPr/>
          </p:nvSpPr>
          <p:spPr>
            <a:xfrm>
              <a:off x="587587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73" name="Google Shape;2273;p26"/>
            <p:cNvSpPr/>
            <p:nvPr/>
          </p:nvSpPr>
          <p:spPr>
            <a:xfrm>
              <a:off x="587587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74" name="Google Shape;2274;p26"/>
            <p:cNvSpPr/>
            <p:nvPr/>
          </p:nvSpPr>
          <p:spPr>
            <a:xfrm>
              <a:off x="5697593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75" name="Google Shape;2275;p26"/>
            <p:cNvSpPr/>
            <p:nvPr/>
          </p:nvSpPr>
          <p:spPr>
            <a:xfrm>
              <a:off x="5697593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76" name="Google Shape;2276;p26"/>
            <p:cNvSpPr/>
            <p:nvPr/>
          </p:nvSpPr>
          <p:spPr>
            <a:xfrm>
              <a:off x="5697593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77" name="Google Shape;2277;p26"/>
            <p:cNvSpPr/>
            <p:nvPr/>
          </p:nvSpPr>
          <p:spPr>
            <a:xfrm>
              <a:off x="5697593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78" name="Google Shape;2278;p26"/>
            <p:cNvSpPr/>
            <p:nvPr/>
          </p:nvSpPr>
          <p:spPr>
            <a:xfrm>
              <a:off x="578673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79" name="Google Shape;2279;p26"/>
            <p:cNvSpPr/>
            <p:nvPr/>
          </p:nvSpPr>
          <p:spPr>
            <a:xfrm>
              <a:off x="5786736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0" name="Google Shape;2280;p26"/>
            <p:cNvSpPr/>
            <p:nvPr/>
          </p:nvSpPr>
          <p:spPr>
            <a:xfrm>
              <a:off x="578673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1" name="Google Shape;2281;p26"/>
            <p:cNvSpPr/>
            <p:nvPr/>
          </p:nvSpPr>
          <p:spPr>
            <a:xfrm>
              <a:off x="578673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2" name="Google Shape;2282;p26"/>
            <p:cNvSpPr/>
            <p:nvPr/>
          </p:nvSpPr>
          <p:spPr>
            <a:xfrm>
              <a:off x="5608450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283" name="Google Shape;2283;p26"/>
          <p:cNvSpPr/>
          <p:nvPr/>
        </p:nvSpPr>
        <p:spPr>
          <a:xfrm rot="-1856039">
            <a:off x="11273072" y="3436983"/>
            <a:ext cx="3433128" cy="3433128"/>
          </a:xfrm>
          <a:prstGeom prst="blockArc">
            <a:avLst>
              <a:gd name="adj1" fmla="val 5958233"/>
              <a:gd name="adj2" fmla="val 17338531"/>
              <a:gd name="adj3" fmla="val 8483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84" name="Google Shape;2284;p26"/>
          <p:cNvSpPr/>
          <p:nvPr/>
        </p:nvSpPr>
        <p:spPr>
          <a:xfrm>
            <a:off x="11297051" y="3346667"/>
            <a:ext cx="2416400" cy="24172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85" name="Google Shape;2285;p26"/>
          <p:cNvSpPr/>
          <p:nvPr/>
        </p:nvSpPr>
        <p:spPr>
          <a:xfrm rot="1856039" flipH="1">
            <a:off x="-2388295" y="197083"/>
            <a:ext cx="3433128" cy="3433128"/>
          </a:xfrm>
          <a:prstGeom prst="blockArc">
            <a:avLst>
              <a:gd name="adj1" fmla="val 5958233"/>
              <a:gd name="adj2" fmla="val 17474158"/>
              <a:gd name="adj3" fmla="val 15925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86" name="Google Shape;2286;p26"/>
          <p:cNvSpPr/>
          <p:nvPr/>
        </p:nvSpPr>
        <p:spPr>
          <a:xfrm flipH="1">
            <a:off x="-1606831" y="563833"/>
            <a:ext cx="2824000" cy="28248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87" name="Google Shape;2287;p26"/>
          <p:cNvSpPr/>
          <p:nvPr/>
        </p:nvSpPr>
        <p:spPr>
          <a:xfrm>
            <a:off x="8450048" y="6524867"/>
            <a:ext cx="1768800" cy="1769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88" name="Google Shape;2288;p26"/>
          <p:cNvGrpSpPr/>
          <p:nvPr/>
        </p:nvGrpSpPr>
        <p:grpSpPr>
          <a:xfrm>
            <a:off x="376888" y="6039220"/>
            <a:ext cx="647925" cy="452227"/>
            <a:chOff x="5265975" y="1869575"/>
            <a:chExt cx="269400" cy="128825"/>
          </a:xfrm>
        </p:grpSpPr>
        <p:cxnSp>
          <p:nvCxnSpPr>
            <p:cNvPr id="2289" name="Google Shape;2289;p26"/>
            <p:cNvCxnSpPr/>
            <p:nvPr/>
          </p:nvCxnSpPr>
          <p:spPr>
            <a:xfrm>
              <a:off x="5265975" y="1869575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0" name="Google Shape;2290;p26"/>
            <p:cNvCxnSpPr/>
            <p:nvPr/>
          </p:nvCxnSpPr>
          <p:spPr>
            <a:xfrm>
              <a:off x="5265975" y="1901781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1" name="Google Shape;2291;p26"/>
            <p:cNvCxnSpPr/>
            <p:nvPr/>
          </p:nvCxnSpPr>
          <p:spPr>
            <a:xfrm>
              <a:off x="5265975" y="1933988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2" name="Google Shape;2292;p26"/>
            <p:cNvCxnSpPr/>
            <p:nvPr/>
          </p:nvCxnSpPr>
          <p:spPr>
            <a:xfrm>
              <a:off x="5265975" y="1966194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3" name="Google Shape;2293;p26"/>
            <p:cNvCxnSpPr/>
            <p:nvPr/>
          </p:nvCxnSpPr>
          <p:spPr>
            <a:xfrm>
              <a:off x="5265975" y="1998400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702079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1" name="Google Shape;2861;p33"/>
          <p:cNvGrpSpPr/>
          <p:nvPr/>
        </p:nvGrpSpPr>
        <p:grpSpPr>
          <a:xfrm rot="5400000">
            <a:off x="-821380" y="1876704"/>
            <a:ext cx="2970117" cy="968696"/>
            <a:chOff x="3857800" y="1143286"/>
            <a:chExt cx="1039375" cy="338989"/>
          </a:xfrm>
        </p:grpSpPr>
        <p:sp>
          <p:nvSpPr>
            <p:cNvPr id="2862" name="Google Shape;2862;p33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63" name="Google Shape;2863;p33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64" name="Google Shape;2864;p33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65" name="Google Shape;2865;p33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66" name="Google Shape;2866;p33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67" name="Google Shape;2867;p33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68" name="Google Shape;2868;p33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69" name="Google Shape;2869;p33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70" name="Google Shape;2870;p33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71" name="Google Shape;2871;p33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72" name="Google Shape;2872;p33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73" name="Google Shape;2873;p33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74" name="Google Shape;2874;p33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75" name="Google Shape;2875;p33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76" name="Google Shape;2876;p33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77" name="Google Shape;2877;p33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78" name="Google Shape;2878;p33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79" name="Google Shape;2879;p33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80" name="Google Shape;2880;p33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81" name="Google Shape;2881;p33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82" name="Google Shape;2882;p33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83" name="Google Shape;2883;p33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84" name="Google Shape;2884;p33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85" name="Google Shape;2885;p33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86" name="Google Shape;2886;p33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87" name="Google Shape;2887;p33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88" name="Google Shape;2888;p33"/>
            <p:cNvSpPr/>
            <p:nvPr/>
          </p:nvSpPr>
          <p:spPr>
            <a:xfrm>
              <a:off x="3857800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89" name="Google Shape;2889;p33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90" name="Google Shape;2890;p33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91" name="Google Shape;2891;p33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892" name="Google Shape;2892;p33"/>
          <p:cNvGrpSpPr/>
          <p:nvPr/>
        </p:nvGrpSpPr>
        <p:grpSpPr>
          <a:xfrm>
            <a:off x="10755574" y="4624971"/>
            <a:ext cx="2970119" cy="2036255"/>
            <a:chOff x="5519300" y="372750"/>
            <a:chExt cx="1039375" cy="712575"/>
          </a:xfrm>
        </p:grpSpPr>
        <p:sp>
          <p:nvSpPr>
            <p:cNvPr id="2893" name="Google Shape;2893;p33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94" name="Google Shape;2894;p33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95" name="Google Shape;2895;p33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96" name="Google Shape;2896;p33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97" name="Google Shape;2897;p33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98" name="Google Shape;2898;p33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99" name="Google Shape;2899;p33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00" name="Google Shape;2900;p33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01" name="Google Shape;2901;p33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02" name="Google Shape;2902;p33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03" name="Google Shape;2903;p33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04" name="Google Shape;2904;p33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05" name="Google Shape;2905;p33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06" name="Google Shape;2906;p33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07" name="Google Shape;2907;p33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08" name="Google Shape;2908;p33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09" name="Google Shape;2909;p33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10" name="Google Shape;2910;p33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11" name="Google Shape;2911;p33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12" name="Google Shape;2912;p33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13" name="Google Shape;2913;p33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14" name="Google Shape;2914;p33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15" name="Google Shape;2915;p33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16" name="Google Shape;2916;p33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17" name="Google Shape;2917;p33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18" name="Google Shape;2918;p33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19" name="Google Shape;2919;p33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20" name="Google Shape;2920;p33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21" name="Google Shape;2921;p33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22" name="Google Shape;2922;p33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23" name="Google Shape;2923;p33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24" name="Google Shape;2924;p33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25" name="Google Shape;2925;p33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26" name="Google Shape;2926;p33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27" name="Google Shape;2927;p33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28" name="Google Shape;2928;p33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29" name="Google Shape;2929;p33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30" name="Google Shape;2930;p33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31" name="Google Shape;2931;p33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32" name="Google Shape;2932;p33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33" name="Google Shape;2933;p33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34" name="Google Shape;2934;p33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35" name="Google Shape;2935;p33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36" name="Google Shape;2936;p33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37" name="Google Shape;2937;p33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38" name="Google Shape;2938;p33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39" name="Google Shape;2939;p33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40" name="Google Shape;2940;p33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41" name="Google Shape;2941;p33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42" name="Google Shape;2942;p33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43" name="Google Shape;2943;p33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44" name="Google Shape;2944;p33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45" name="Google Shape;2945;p33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46" name="Google Shape;2946;p33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47" name="Google Shape;2947;p33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48" name="Google Shape;2948;p33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49" name="Google Shape;2949;p33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50" name="Google Shape;2950;p33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51" name="Google Shape;2951;p33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52" name="Google Shape;2952;p33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53" name="Google Shape;2953;p33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54" name="Google Shape;2954;p33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55" name="Google Shape;2955;p33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56" name="Google Shape;2956;p33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57" name="Google Shape;2957;p33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58" name="Google Shape;2958;p33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59" name="Google Shape;2959;p33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960" name="Google Shape;2960;p33"/>
          <p:cNvSpPr/>
          <p:nvPr/>
        </p:nvSpPr>
        <p:spPr>
          <a:xfrm rot="-5400000">
            <a:off x="-774868" y="-949767"/>
            <a:ext cx="2210400" cy="2210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61" name="Google Shape;2961;p33"/>
          <p:cNvSpPr/>
          <p:nvPr/>
        </p:nvSpPr>
        <p:spPr>
          <a:xfrm rot="-2158994">
            <a:off x="11261174" y="3317717"/>
            <a:ext cx="4084089" cy="4084089"/>
          </a:xfrm>
          <a:prstGeom prst="blockArc">
            <a:avLst>
              <a:gd name="adj1" fmla="val 5958233"/>
              <a:gd name="adj2" fmla="val 17463104"/>
              <a:gd name="adj3" fmla="val 1506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239972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3" name="Google Shape;2963;p34"/>
          <p:cNvSpPr/>
          <p:nvPr/>
        </p:nvSpPr>
        <p:spPr>
          <a:xfrm flipH="1">
            <a:off x="11027188" y="3039467"/>
            <a:ext cx="2416400" cy="24172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964" name="Google Shape;2964;p34"/>
          <p:cNvGrpSpPr/>
          <p:nvPr/>
        </p:nvGrpSpPr>
        <p:grpSpPr>
          <a:xfrm rot="5400000">
            <a:off x="10201339" y="4491589"/>
            <a:ext cx="2970119" cy="2036255"/>
            <a:chOff x="5519300" y="372750"/>
            <a:chExt cx="1039375" cy="712575"/>
          </a:xfrm>
        </p:grpSpPr>
        <p:sp>
          <p:nvSpPr>
            <p:cNvPr id="2965" name="Google Shape;2965;p34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66" name="Google Shape;2966;p34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67" name="Google Shape;2967;p34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68" name="Google Shape;2968;p34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69" name="Google Shape;2969;p34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70" name="Google Shape;2970;p34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71" name="Google Shape;2971;p34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72" name="Google Shape;2972;p34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73" name="Google Shape;2973;p34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74" name="Google Shape;2974;p34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75" name="Google Shape;2975;p34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76" name="Google Shape;2976;p34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77" name="Google Shape;2977;p34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78" name="Google Shape;2978;p34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79" name="Google Shape;2979;p34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80" name="Google Shape;2980;p34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81" name="Google Shape;2981;p34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82" name="Google Shape;2982;p34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83" name="Google Shape;2983;p34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84" name="Google Shape;2984;p34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85" name="Google Shape;2985;p34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86" name="Google Shape;2986;p34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87" name="Google Shape;2987;p34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88" name="Google Shape;2988;p34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89" name="Google Shape;2989;p34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90" name="Google Shape;2990;p34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91" name="Google Shape;2991;p34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92" name="Google Shape;2992;p34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93" name="Google Shape;2993;p34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94" name="Google Shape;2994;p34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95" name="Google Shape;2995;p34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96" name="Google Shape;2996;p34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97" name="Google Shape;2997;p34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98" name="Google Shape;2998;p34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99" name="Google Shape;2999;p34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00" name="Google Shape;3000;p34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01" name="Google Shape;3001;p34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02" name="Google Shape;3002;p34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03" name="Google Shape;3003;p34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04" name="Google Shape;3004;p34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05" name="Google Shape;3005;p34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06" name="Google Shape;3006;p34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07" name="Google Shape;3007;p34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08" name="Google Shape;3008;p34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09" name="Google Shape;3009;p34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10" name="Google Shape;3010;p34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11" name="Google Shape;3011;p34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12" name="Google Shape;3012;p34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13" name="Google Shape;3013;p34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14" name="Google Shape;3014;p34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15" name="Google Shape;3015;p34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16" name="Google Shape;3016;p34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17" name="Google Shape;3017;p34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18" name="Google Shape;3018;p34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19" name="Google Shape;3019;p34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20" name="Google Shape;3020;p34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21" name="Google Shape;3021;p34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22" name="Google Shape;3022;p34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23" name="Google Shape;3023;p34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24" name="Google Shape;3024;p34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25" name="Google Shape;3025;p34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26" name="Google Shape;3026;p34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27" name="Google Shape;3027;p34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28" name="Google Shape;3028;p34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29" name="Google Shape;3029;p34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30" name="Google Shape;3030;p34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31" name="Google Shape;3031;p34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032" name="Google Shape;3032;p34"/>
          <p:cNvGrpSpPr/>
          <p:nvPr/>
        </p:nvGrpSpPr>
        <p:grpSpPr>
          <a:xfrm rot="-5400000">
            <a:off x="-1091923" y="1436343"/>
            <a:ext cx="2970117" cy="968696"/>
            <a:chOff x="3799000" y="1820400"/>
            <a:chExt cx="1039375" cy="338989"/>
          </a:xfrm>
        </p:grpSpPr>
        <p:sp>
          <p:nvSpPr>
            <p:cNvPr id="3033" name="Google Shape;3033;p34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34" name="Google Shape;3034;p34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35" name="Google Shape;3035;p34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36" name="Google Shape;3036;p34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37" name="Google Shape;3037;p34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38" name="Google Shape;3038;p34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39" name="Google Shape;3039;p34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40" name="Google Shape;3040;p34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41" name="Google Shape;3041;p34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42" name="Google Shape;3042;p34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43" name="Google Shape;3043;p34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44" name="Google Shape;3044;p34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45" name="Google Shape;3045;p34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46" name="Google Shape;3046;p34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47" name="Google Shape;3047;p34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48" name="Google Shape;3048;p34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49" name="Google Shape;3049;p34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50" name="Google Shape;3050;p34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51" name="Google Shape;3051;p34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52" name="Google Shape;3052;p34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53" name="Google Shape;3053;p34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54" name="Google Shape;3054;p34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55" name="Google Shape;3055;p34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56" name="Google Shape;3056;p34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57" name="Google Shape;3057;p34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58" name="Google Shape;3058;p34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59" name="Google Shape;3059;p34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60" name="Google Shape;3060;p34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61" name="Google Shape;3061;p34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62" name="Google Shape;3062;p34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63" name="Google Shape;3063;p34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64" name="Google Shape;3064;p34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65" name="Google Shape;3065;p34"/>
            <p:cNvSpPr/>
            <p:nvPr/>
          </p:nvSpPr>
          <p:spPr>
            <a:xfrm>
              <a:off x="3799000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66" name="Google Shape;3066;p34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67" name="Google Shape;3067;p34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68" name="Google Shape;3068;p34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069" name="Google Shape;3069;p34"/>
          <p:cNvSpPr/>
          <p:nvPr/>
        </p:nvSpPr>
        <p:spPr>
          <a:xfrm flipH="1">
            <a:off x="-1411123" y="5203180"/>
            <a:ext cx="3432800" cy="3432800"/>
          </a:xfrm>
          <a:prstGeom prst="blockArc">
            <a:avLst>
              <a:gd name="adj1" fmla="val 5958233"/>
              <a:gd name="adj2" fmla="val 17463104"/>
              <a:gd name="adj3" fmla="val 1506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3070" name="Google Shape;3070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4467" y="4926119"/>
            <a:ext cx="1742100" cy="18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1" name="Google Shape;3071;p34"/>
          <p:cNvSpPr/>
          <p:nvPr/>
        </p:nvSpPr>
        <p:spPr>
          <a:xfrm rot="5400000" flipH="1">
            <a:off x="-510815" y="-1713567"/>
            <a:ext cx="2711600" cy="2711600"/>
          </a:xfrm>
          <a:prstGeom prst="blockArc">
            <a:avLst>
              <a:gd name="adj1" fmla="val 5958233"/>
              <a:gd name="adj2" fmla="val 16931427"/>
              <a:gd name="adj3" fmla="val 1990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72" name="Google Shape;3072;p34"/>
          <p:cNvSpPr/>
          <p:nvPr/>
        </p:nvSpPr>
        <p:spPr>
          <a:xfrm flipH="1">
            <a:off x="-116016" y="-1305424"/>
            <a:ext cx="2206000" cy="22068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3073" name="Google Shape;307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52659" y="998029"/>
            <a:ext cx="1351891" cy="9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4" name="Google Shape;3074;p34"/>
          <p:cNvSpPr/>
          <p:nvPr/>
        </p:nvSpPr>
        <p:spPr>
          <a:xfrm rot="-5400000" flipH="1">
            <a:off x="9105652" y="6138800"/>
            <a:ext cx="2711600" cy="2711600"/>
          </a:xfrm>
          <a:prstGeom prst="blockArc">
            <a:avLst>
              <a:gd name="adj1" fmla="val 5958233"/>
              <a:gd name="adj2" fmla="val 16931427"/>
              <a:gd name="adj3" fmla="val 1990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75" name="Google Shape;3075;p34"/>
          <p:cNvSpPr/>
          <p:nvPr/>
        </p:nvSpPr>
        <p:spPr>
          <a:xfrm rot="10800000" flipH="1">
            <a:off x="9216455" y="6235456"/>
            <a:ext cx="2206000" cy="22068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3076" name="Google Shape;307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9992" y="6235462"/>
            <a:ext cx="1351891" cy="9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7" name="Google Shape;307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78608" y="3580162"/>
            <a:ext cx="1351891" cy="9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8" name="Google Shape;307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96221" y="-570600"/>
            <a:ext cx="1623376" cy="11639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4930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30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66231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3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4" name="Google Shape;3084;p37"/>
          <p:cNvSpPr txBox="1">
            <a:spLocks noGrp="1"/>
          </p:cNvSpPr>
          <p:nvPr>
            <p:ph type="title"/>
          </p:nvPr>
        </p:nvSpPr>
        <p:spPr>
          <a:xfrm>
            <a:off x="955700" y="681200"/>
            <a:ext cx="102808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71711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1033" y="593367"/>
            <a:ext cx="10290000" cy="9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1033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●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○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■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●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○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■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●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○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■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8226701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5" r:id="rId3"/>
    <p:sldLayoutId id="2147483666" r:id="rId4"/>
    <p:sldLayoutId id="2147483681" r:id="rId5"/>
    <p:sldLayoutId id="2147483682" r:id="rId6"/>
    <p:sldLayoutId id="2147483684" r:id="rId7"/>
    <p:sldLayoutId id="2147483685" r:id="rId8"/>
    <p:sldLayoutId id="2147483692" r:id="rId9"/>
    <p:sldLayoutId id="2147483693" r:id="rId10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3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Google Shape;3080;p35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3081" name="Google Shape;3081;p35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0997746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9" name="Google Shape;308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567" y="2594868"/>
            <a:ext cx="4844867" cy="32266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90" name="Google Shape;3090;p38"/>
          <p:cNvGrpSpPr/>
          <p:nvPr/>
        </p:nvGrpSpPr>
        <p:grpSpPr>
          <a:xfrm>
            <a:off x="335711" y="5461425"/>
            <a:ext cx="2970117" cy="968696"/>
            <a:chOff x="3799000" y="1820400"/>
            <a:chExt cx="1039375" cy="338989"/>
          </a:xfrm>
        </p:grpSpPr>
        <p:sp>
          <p:nvSpPr>
            <p:cNvPr id="3091" name="Google Shape;3091;p38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092" name="Google Shape;3092;p38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093" name="Google Shape;3093;p38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094" name="Google Shape;3094;p38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095" name="Google Shape;3095;p38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096" name="Google Shape;3096;p38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097" name="Google Shape;3097;p38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098" name="Google Shape;3098;p38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099" name="Google Shape;3099;p38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100" name="Google Shape;3100;p38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101" name="Google Shape;3101;p38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102" name="Google Shape;3102;p38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103" name="Google Shape;3103;p38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104" name="Google Shape;3104;p38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105" name="Google Shape;3105;p38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106" name="Google Shape;3106;p38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107" name="Google Shape;3107;p38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108" name="Google Shape;3108;p38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109" name="Google Shape;3109;p38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110" name="Google Shape;3110;p38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111" name="Google Shape;3111;p38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112" name="Google Shape;3112;p38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113" name="Google Shape;3113;p38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114" name="Google Shape;3114;p38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115" name="Google Shape;3115;p38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116" name="Google Shape;3116;p38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117" name="Google Shape;3117;p38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118" name="Google Shape;3118;p38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119" name="Google Shape;3119;p38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120" name="Google Shape;3120;p38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121" name="Google Shape;3121;p38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122" name="Google Shape;3122;p38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123" name="Google Shape;3123;p38"/>
            <p:cNvSpPr/>
            <p:nvPr/>
          </p:nvSpPr>
          <p:spPr>
            <a:xfrm>
              <a:off x="3799000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124" name="Google Shape;3124;p38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125" name="Google Shape;3125;p38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126" name="Google Shape;3126;p38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pSp>
        <p:nvGrpSpPr>
          <p:cNvPr id="3127" name="Google Shape;3127;p38"/>
          <p:cNvGrpSpPr/>
          <p:nvPr/>
        </p:nvGrpSpPr>
        <p:grpSpPr>
          <a:xfrm>
            <a:off x="3166041" y="-2503798"/>
            <a:ext cx="993856" cy="1028611"/>
            <a:chOff x="3962987" y="1472625"/>
            <a:chExt cx="316663" cy="327750"/>
          </a:xfrm>
        </p:grpSpPr>
        <p:grpSp>
          <p:nvGrpSpPr>
            <p:cNvPr id="3128" name="Google Shape;3128;p38"/>
            <p:cNvGrpSpPr/>
            <p:nvPr/>
          </p:nvGrpSpPr>
          <p:grpSpPr>
            <a:xfrm>
              <a:off x="3962987" y="1472625"/>
              <a:ext cx="316663" cy="58800"/>
              <a:chOff x="3962987" y="1472625"/>
              <a:chExt cx="316663" cy="58800"/>
            </a:xfrm>
          </p:grpSpPr>
          <p:sp>
            <p:nvSpPr>
              <p:cNvPr id="3129" name="Google Shape;3129;p38"/>
              <p:cNvSpPr/>
              <p:nvPr/>
            </p:nvSpPr>
            <p:spPr>
              <a:xfrm>
                <a:off x="4220850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3130" name="Google Shape;3130;p38"/>
              <p:cNvSpPr/>
              <p:nvPr/>
            </p:nvSpPr>
            <p:spPr>
              <a:xfrm>
                <a:off x="4134896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3131" name="Google Shape;3131;p38"/>
              <p:cNvSpPr/>
              <p:nvPr/>
            </p:nvSpPr>
            <p:spPr>
              <a:xfrm>
                <a:off x="4048941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3132" name="Google Shape;3132;p38"/>
              <p:cNvSpPr/>
              <p:nvPr/>
            </p:nvSpPr>
            <p:spPr>
              <a:xfrm>
                <a:off x="3962987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</p:grpSp>
        <p:grpSp>
          <p:nvGrpSpPr>
            <p:cNvPr id="3133" name="Google Shape;3133;p38"/>
            <p:cNvGrpSpPr/>
            <p:nvPr/>
          </p:nvGrpSpPr>
          <p:grpSpPr>
            <a:xfrm>
              <a:off x="3962987" y="1562275"/>
              <a:ext cx="316663" cy="58800"/>
              <a:chOff x="3962987" y="1472625"/>
              <a:chExt cx="316663" cy="58800"/>
            </a:xfrm>
          </p:grpSpPr>
          <p:sp>
            <p:nvSpPr>
              <p:cNvPr id="3134" name="Google Shape;3134;p38"/>
              <p:cNvSpPr/>
              <p:nvPr/>
            </p:nvSpPr>
            <p:spPr>
              <a:xfrm>
                <a:off x="4220850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3135" name="Google Shape;3135;p38"/>
              <p:cNvSpPr/>
              <p:nvPr/>
            </p:nvSpPr>
            <p:spPr>
              <a:xfrm>
                <a:off x="4134896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3136" name="Google Shape;3136;p38"/>
              <p:cNvSpPr/>
              <p:nvPr/>
            </p:nvSpPr>
            <p:spPr>
              <a:xfrm>
                <a:off x="4048941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3137" name="Google Shape;3137;p38"/>
              <p:cNvSpPr/>
              <p:nvPr/>
            </p:nvSpPr>
            <p:spPr>
              <a:xfrm>
                <a:off x="3962987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</p:grpSp>
        <p:grpSp>
          <p:nvGrpSpPr>
            <p:cNvPr id="3138" name="Google Shape;3138;p38"/>
            <p:cNvGrpSpPr/>
            <p:nvPr/>
          </p:nvGrpSpPr>
          <p:grpSpPr>
            <a:xfrm>
              <a:off x="3962987" y="1651925"/>
              <a:ext cx="316663" cy="58800"/>
              <a:chOff x="3962987" y="1472625"/>
              <a:chExt cx="316663" cy="58800"/>
            </a:xfrm>
          </p:grpSpPr>
          <p:sp>
            <p:nvSpPr>
              <p:cNvPr id="3139" name="Google Shape;3139;p38"/>
              <p:cNvSpPr/>
              <p:nvPr/>
            </p:nvSpPr>
            <p:spPr>
              <a:xfrm>
                <a:off x="4220850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3140" name="Google Shape;3140;p38"/>
              <p:cNvSpPr/>
              <p:nvPr/>
            </p:nvSpPr>
            <p:spPr>
              <a:xfrm>
                <a:off x="4134896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3141" name="Google Shape;3141;p38"/>
              <p:cNvSpPr/>
              <p:nvPr/>
            </p:nvSpPr>
            <p:spPr>
              <a:xfrm>
                <a:off x="4048941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3142" name="Google Shape;3142;p38"/>
              <p:cNvSpPr/>
              <p:nvPr/>
            </p:nvSpPr>
            <p:spPr>
              <a:xfrm>
                <a:off x="3962987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</p:grpSp>
        <p:grpSp>
          <p:nvGrpSpPr>
            <p:cNvPr id="3143" name="Google Shape;3143;p38"/>
            <p:cNvGrpSpPr/>
            <p:nvPr/>
          </p:nvGrpSpPr>
          <p:grpSpPr>
            <a:xfrm>
              <a:off x="3962987" y="1741575"/>
              <a:ext cx="316663" cy="58800"/>
              <a:chOff x="3962987" y="1472625"/>
              <a:chExt cx="316663" cy="58800"/>
            </a:xfrm>
          </p:grpSpPr>
          <p:sp>
            <p:nvSpPr>
              <p:cNvPr id="3144" name="Google Shape;3144;p38"/>
              <p:cNvSpPr/>
              <p:nvPr/>
            </p:nvSpPr>
            <p:spPr>
              <a:xfrm>
                <a:off x="4220850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3145" name="Google Shape;3145;p38"/>
              <p:cNvSpPr/>
              <p:nvPr/>
            </p:nvSpPr>
            <p:spPr>
              <a:xfrm>
                <a:off x="4134896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3146" name="Google Shape;3146;p38"/>
              <p:cNvSpPr/>
              <p:nvPr/>
            </p:nvSpPr>
            <p:spPr>
              <a:xfrm>
                <a:off x="4048941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3147" name="Google Shape;3147;p38"/>
              <p:cNvSpPr/>
              <p:nvPr/>
            </p:nvSpPr>
            <p:spPr>
              <a:xfrm>
                <a:off x="3962987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</p:grpSp>
      </p:grpSp>
      <p:sp>
        <p:nvSpPr>
          <p:cNvPr id="3148" name="Google Shape;3148;p38"/>
          <p:cNvSpPr txBox="1">
            <a:spLocks noGrp="1"/>
          </p:cNvSpPr>
          <p:nvPr>
            <p:ph type="ctrTitle"/>
          </p:nvPr>
        </p:nvSpPr>
        <p:spPr>
          <a:xfrm>
            <a:off x="5781392" y="1299690"/>
            <a:ext cx="5458847" cy="159407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6600" dirty="0">
                <a:latin typeface="Copperplate" panose="02000504000000020004" pitchFamily="2" charset="77"/>
              </a:rPr>
              <a:t>AI/ML IN SECURITY</a:t>
            </a:r>
            <a:endParaRPr sz="6600" dirty="0">
              <a:latin typeface="Copperplate" panose="02000504000000020004" pitchFamily="2" charset="77"/>
            </a:endParaRPr>
          </a:p>
        </p:txBody>
      </p:sp>
      <p:sp>
        <p:nvSpPr>
          <p:cNvPr id="3149" name="Google Shape;3149;p38"/>
          <p:cNvSpPr txBox="1">
            <a:spLocks noGrp="1"/>
          </p:cNvSpPr>
          <p:nvPr>
            <p:ph type="subTitle" idx="1"/>
          </p:nvPr>
        </p:nvSpPr>
        <p:spPr>
          <a:xfrm>
            <a:off x="6284533" y="3020790"/>
            <a:ext cx="4023965" cy="97641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IN" sz="2800" b="1" dirty="0">
                <a:latin typeface="Copperplate" panose="02000504000000020004" pitchFamily="2" charset="77"/>
              </a:rPr>
              <a:t>	CREDIT CARD FRAUD</a:t>
            </a:r>
            <a:br>
              <a:rPr lang="en-IN" sz="2800" b="1" dirty="0">
                <a:latin typeface="Copperplate" panose="02000504000000020004" pitchFamily="2" charset="77"/>
              </a:rPr>
            </a:br>
            <a:r>
              <a:rPr lang="en-IN" sz="2800" b="1" dirty="0">
                <a:latin typeface="Copperplate" panose="02000504000000020004" pitchFamily="2" charset="77"/>
              </a:rPr>
              <a:t>DETECTION SYSTEM</a:t>
            </a:r>
            <a:endParaRPr lang="en-IN" sz="2800" dirty="0">
              <a:latin typeface="Copperplate" panose="02000504000000020004" pitchFamily="2" charset="77"/>
            </a:endParaRPr>
          </a:p>
        </p:txBody>
      </p:sp>
      <p:pic>
        <p:nvPicPr>
          <p:cNvPr id="3150" name="Google Shape;3150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1855" y="1835612"/>
            <a:ext cx="1385833" cy="993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1" name="Google Shape;3151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93958" y="1224833"/>
            <a:ext cx="2395884" cy="3792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2" name="Google Shape;3152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65467" y="2373533"/>
            <a:ext cx="1231000" cy="162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3" name="Google Shape;3153;p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52168" y="3635197"/>
            <a:ext cx="2216833" cy="2321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4" name="Google Shape;3154;p3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64100" y="3823124"/>
            <a:ext cx="1231000" cy="155725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3149;p38">
            <a:extLst>
              <a:ext uri="{FF2B5EF4-FFF2-40B4-BE49-F238E27FC236}">
                <a16:creationId xmlns:a16="http://schemas.microsoft.com/office/drawing/2014/main" id="{8D4F1F90-3E7F-0FAA-8FC1-FCD495B3D2F6}"/>
              </a:ext>
            </a:extLst>
          </p:cNvPr>
          <p:cNvSpPr txBox="1">
            <a:spLocks/>
          </p:cNvSpPr>
          <p:nvPr/>
        </p:nvSpPr>
        <p:spPr>
          <a:xfrm>
            <a:off x="5781393" y="4328784"/>
            <a:ext cx="5458847" cy="1767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dvent Pro"/>
              <a:buNone/>
              <a:defRPr sz="24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dvent Pro"/>
              <a:buNone/>
              <a:defRPr sz="3733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dvent Pro"/>
              <a:buNone/>
              <a:defRPr sz="3733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dvent Pro"/>
              <a:buNone/>
              <a:defRPr sz="3733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dvent Pro"/>
              <a:buNone/>
              <a:defRPr sz="3733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dvent Pro"/>
              <a:buNone/>
              <a:defRPr sz="3733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dvent Pro"/>
              <a:buNone/>
              <a:defRPr sz="3733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dvent Pro"/>
              <a:buNone/>
              <a:defRPr sz="3733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dvent Pro"/>
              <a:buNone/>
              <a:defRPr sz="3733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9pPr>
          </a:lstStyle>
          <a:p>
            <a:pPr algn="ctr"/>
            <a:r>
              <a:rPr lang="en-IN" sz="1800" b="1" dirty="0">
                <a:latin typeface="Copperplate" panose="02000504000000020004" pitchFamily="2" charset="77"/>
              </a:rPr>
              <a:t>  By - </a:t>
            </a:r>
            <a:br>
              <a:rPr lang="en-IN" sz="1800" b="1" dirty="0">
                <a:latin typeface="Copperplate" panose="02000504000000020004" pitchFamily="2" charset="77"/>
              </a:rPr>
            </a:br>
            <a:r>
              <a:rPr lang="en-IN" sz="1800" b="1" dirty="0">
                <a:latin typeface="Copperplate" panose="02000504000000020004" pitchFamily="2" charset="77"/>
              </a:rPr>
              <a:t>PRIYANK SINHA : 590023136</a:t>
            </a:r>
          </a:p>
          <a:p>
            <a:pPr algn="ctr"/>
            <a:r>
              <a:rPr lang="en-IN" sz="1800" b="1" dirty="0">
                <a:latin typeface="Copperplate" panose="02000504000000020004" pitchFamily="2" charset="77"/>
              </a:rPr>
              <a:t>BATCH: 31</a:t>
            </a:r>
          </a:p>
        </p:txBody>
      </p:sp>
      <p:pic>
        <p:nvPicPr>
          <p:cNvPr id="3" name="Google Shape;3592;p44">
            <a:extLst>
              <a:ext uri="{FF2B5EF4-FFF2-40B4-BE49-F238E27FC236}">
                <a16:creationId xmlns:a16="http://schemas.microsoft.com/office/drawing/2014/main" id="{D2A93163-31F4-8DA1-4672-6AC161B7476E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>
            <a:off x="13217549" y="-2057113"/>
            <a:ext cx="4844868" cy="76865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1" name="Google Shape;359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776000" y="2964683"/>
            <a:ext cx="3837533" cy="25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2" name="Google Shape;3592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760923" y="1954467"/>
            <a:ext cx="1867667" cy="3118067"/>
          </a:xfrm>
          <a:prstGeom prst="rect">
            <a:avLst/>
          </a:prstGeom>
          <a:noFill/>
          <a:ln>
            <a:noFill/>
          </a:ln>
        </p:spPr>
      </p:pic>
      <p:sp>
        <p:nvSpPr>
          <p:cNvPr id="3593" name="Google Shape;3593;p44"/>
          <p:cNvSpPr txBox="1">
            <a:spLocks noGrp="1"/>
          </p:cNvSpPr>
          <p:nvPr>
            <p:ph type="title"/>
          </p:nvPr>
        </p:nvSpPr>
        <p:spPr>
          <a:xfrm>
            <a:off x="1494866" y="341088"/>
            <a:ext cx="7374125" cy="1717962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IN" dirty="0">
                <a:latin typeface="Copperplate" panose="02000504000000020004" pitchFamily="2" charset="77"/>
              </a:rPr>
              <a:t>Problem Statement – </a:t>
            </a:r>
            <a:br>
              <a:rPr lang="en-IN" dirty="0">
                <a:latin typeface="Copperplate" panose="02000504000000020004" pitchFamily="2" charset="77"/>
              </a:rPr>
            </a:br>
            <a:r>
              <a:rPr lang="en-IN" dirty="0">
                <a:latin typeface="Copperplate" panose="02000504000000020004" pitchFamily="2" charset="77"/>
              </a:rPr>
              <a:t>The Financial Fraud Crisis</a:t>
            </a:r>
            <a:endParaRPr dirty="0">
              <a:latin typeface="Copperplate" panose="02000504000000020004" pitchFamily="2" charset="77"/>
            </a:endParaRPr>
          </a:p>
        </p:txBody>
      </p:sp>
      <p:sp>
        <p:nvSpPr>
          <p:cNvPr id="3594" name="Google Shape;3594;p44"/>
          <p:cNvSpPr txBox="1">
            <a:spLocks noGrp="1"/>
          </p:cNvSpPr>
          <p:nvPr>
            <p:ph type="body" idx="1"/>
          </p:nvPr>
        </p:nvSpPr>
        <p:spPr>
          <a:xfrm>
            <a:off x="1494866" y="2059050"/>
            <a:ext cx="6157218" cy="445786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85750" indent="-285750">
              <a:buSzPts val="1100"/>
              <a:buFont typeface="Arial" panose="020B0604020202020204" pitchFamily="34" charset="0"/>
              <a:buChar char="•"/>
            </a:pPr>
            <a:r>
              <a:rPr lang="en-US" sz="1600" dirty="0">
                <a:latin typeface="Rockwell" panose="02060603020205020403" pitchFamily="18" charset="77"/>
              </a:rPr>
              <a:t>The rapid expansion of digital payment systems has significantly increased exposure to financial fraud, particularly in online and card-not-present transactions.</a:t>
            </a:r>
          </a:p>
          <a:p>
            <a:pPr marL="285750" indent="-285750">
              <a:buSzPts val="1100"/>
              <a:buFont typeface="Arial" panose="020B0604020202020204" pitchFamily="34" charset="0"/>
              <a:buChar char="•"/>
            </a:pPr>
            <a:endParaRPr lang="en-US" sz="1600" dirty="0">
              <a:latin typeface="Rockwell" panose="02060603020205020403" pitchFamily="18" charset="77"/>
            </a:endParaRPr>
          </a:p>
          <a:p>
            <a:pPr marL="285750" indent="-285750">
              <a:buSzPts val="1100"/>
              <a:buFont typeface="Arial" panose="020B0604020202020204" pitchFamily="34" charset="0"/>
              <a:buChar char="•"/>
            </a:pPr>
            <a:r>
              <a:rPr lang="en-US" sz="1600" dirty="0">
                <a:latin typeface="Rockwell" panose="02060603020205020403" pitchFamily="18" charset="77"/>
              </a:rPr>
              <a:t>Fraudulent transactions constitute a very small percentage of the dataset, making detection extremely challenging due to class imbalance.</a:t>
            </a:r>
          </a:p>
          <a:p>
            <a:pPr marL="285750" indent="-285750">
              <a:buSzPts val="1100"/>
              <a:buFont typeface="Arial" panose="020B0604020202020204" pitchFamily="34" charset="0"/>
              <a:buChar char="•"/>
            </a:pPr>
            <a:endParaRPr lang="en-US" sz="1600" dirty="0">
              <a:latin typeface="Rockwell" panose="02060603020205020403" pitchFamily="18" charset="77"/>
            </a:endParaRPr>
          </a:p>
          <a:p>
            <a:pPr marL="285750" indent="-285750">
              <a:buSzPts val="1100"/>
              <a:buFont typeface="Arial" panose="020B0604020202020204" pitchFamily="34" charset="0"/>
              <a:buChar char="•"/>
            </a:pPr>
            <a:r>
              <a:rPr lang="en-US" sz="1600" dirty="0">
                <a:latin typeface="Rockwell" panose="02060603020205020403" pitchFamily="18" charset="77"/>
              </a:rPr>
              <a:t>Traditional rule-based systems rely on static thresholds and fail to adapt to evolving fraud strategies.</a:t>
            </a:r>
          </a:p>
          <a:p>
            <a:pPr marL="285750" indent="-285750">
              <a:buSzPts val="1100"/>
              <a:buFont typeface="Arial" panose="020B0604020202020204" pitchFamily="34" charset="0"/>
              <a:buChar char="•"/>
            </a:pPr>
            <a:endParaRPr lang="en-US" sz="1600" dirty="0">
              <a:latin typeface="Rockwell" panose="02060603020205020403" pitchFamily="18" charset="77"/>
            </a:endParaRPr>
          </a:p>
          <a:p>
            <a:pPr marL="285750" indent="-285750">
              <a:buSzPts val="1100"/>
              <a:buFont typeface="Arial" panose="020B0604020202020204" pitchFamily="34" charset="0"/>
              <a:buChar char="•"/>
            </a:pPr>
            <a:r>
              <a:rPr lang="en-US" sz="1600" dirty="0">
                <a:latin typeface="Rockwell" panose="02060603020205020403" pitchFamily="18" charset="77"/>
              </a:rPr>
              <a:t>There is critical need for intelligent, data-driven systems capable of identifying hidden patterns and anomalies in transactions of behavior.</a:t>
            </a:r>
            <a:endParaRPr sz="1600" dirty="0">
              <a:latin typeface="Rockwell" panose="02060603020205020403" pitchFamily="18" charset="77"/>
            </a:endParaRPr>
          </a:p>
        </p:txBody>
      </p:sp>
      <p:pic>
        <p:nvPicPr>
          <p:cNvPr id="3595" name="Google Shape;3595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85550" y="3109317"/>
            <a:ext cx="1341500" cy="176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6" name="Google Shape;3596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99597" y="2721294"/>
            <a:ext cx="1121640" cy="1775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3089;p38">
            <a:extLst>
              <a:ext uri="{FF2B5EF4-FFF2-40B4-BE49-F238E27FC236}">
                <a16:creationId xmlns:a16="http://schemas.microsoft.com/office/drawing/2014/main" id="{907672C0-C305-9F64-386C-5197CD8DE6E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7832041" y="963415"/>
            <a:ext cx="12450894" cy="8343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3150;p38">
            <a:extLst>
              <a:ext uri="{FF2B5EF4-FFF2-40B4-BE49-F238E27FC236}">
                <a16:creationId xmlns:a16="http://schemas.microsoft.com/office/drawing/2014/main" id="{4593EF93-4A58-9554-9195-848405E18A99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18410295" y="204159"/>
            <a:ext cx="3561472" cy="2569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3153;p38">
            <a:extLst>
              <a:ext uri="{FF2B5EF4-FFF2-40B4-BE49-F238E27FC236}">
                <a16:creationId xmlns:a16="http://schemas.microsoft.com/office/drawing/2014/main" id="{D7D42405-59BC-3267-C2D2-2D6BF1BC5430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16211608" y="2003744"/>
            <a:ext cx="5697071" cy="6001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3154;p38">
            <a:extLst>
              <a:ext uri="{FF2B5EF4-FFF2-40B4-BE49-F238E27FC236}">
                <a16:creationId xmlns:a16="http://schemas.microsoft.com/office/drawing/2014/main" id="{2F5E156E-B66D-3791-BC42-A7D01EB0EE0E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>
            <a:off x="18637706" y="2191671"/>
            <a:ext cx="3163565" cy="40266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1" name="Google Shape;3601;p45"/>
          <p:cNvSpPr txBox="1">
            <a:spLocks noGrp="1"/>
          </p:cNvSpPr>
          <p:nvPr>
            <p:ph type="title"/>
          </p:nvPr>
        </p:nvSpPr>
        <p:spPr>
          <a:xfrm>
            <a:off x="0" y="593367"/>
            <a:ext cx="12192000" cy="98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IN" dirty="0">
                <a:latin typeface="Copperplate" panose="02000504000000020004" pitchFamily="2" charset="77"/>
              </a:rPr>
              <a:t>Project Objectives &amp; System Architecture</a:t>
            </a:r>
            <a:endParaRPr dirty="0">
              <a:latin typeface="Copperplate" panose="02000504000000020004" pitchFamily="2" charset="77"/>
            </a:endParaRPr>
          </a:p>
        </p:txBody>
      </p:sp>
      <p:sp>
        <p:nvSpPr>
          <p:cNvPr id="3602" name="Google Shape;3602;p45"/>
          <p:cNvSpPr txBox="1">
            <a:spLocks noGrp="1"/>
          </p:cNvSpPr>
          <p:nvPr>
            <p:ph type="subTitle" idx="1"/>
          </p:nvPr>
        </p:nvSpPr>
        <p:spPr>
          <a:xfrm>
            <a:off x="1142999" y="1742651"/>
            <a:ext cx="10177671" cy="434665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b="1" dirty="0">
                <a:solidFill>
                  <a:schemeClr val="tx1"/>
                </a:solidFill>
                <a:latin typeface="Rockwell" panose="02060603020205020403" pitchFamily="18" charset="77"/>
              </a:rPr>
              <a:t>Objectives:</a:t>
            </a:r>
          </a:p>
          <a:p>
            <a:pPr marL="742950" lvl="1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1800" b="1" dirty="0">
                <a:solidFill>
                  <a:schemeClr val="tx1"/>
                </a:solidFill>
                <a:latin typeface="Rockwell" panose="02060603020205020403" pitchFamily="18" charset="77"/>
              </a:rPr>
              <a:t>T	o develop a machine learning-based fraud detection system capable of identifying anomalous transactions.</a:t>
            </a:r>
          </a:p>
          <a:p>
            <a:pPr marL="742950" lvl="1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1800" b="1" dirty="0">
                <a:solidFill>
                  <a:schemeClr val="tx1"/>
                </a:solidFill>
                <a:latin typeface="Rockwell" panose="02060603020205020403" pitchFamily="18" charset="77"/>
              </a:rPr>
              <a:t>To address class imbalance using advanced resampling techniques.</a:t>
            </a:r>
          </a:p>
          <a:p>
            <a:pPr marL="742950" lvl="1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1800" b="1" dirty="0">
                <a:solidFill>
                  <a:schemeClr val="tx1"/>
                </a:solidFill>
                <a:latin typeface="Rockwell" panose="02060603020205020403" pitchFamily="18" charset="77"/>
              </a:rPr>
              <a:t>To maximize fraud detection capability while minimizing false negatives.</a:t>
            </a:r>
          </a:p>
          <a:p>
            <a:pPr marL="742950" lvl="1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1800" b="1" dirty="0">
                <a:solidFill>
                  <a:schemeClr val="tx1"/>
                </a:solidFill>
                <a:latin typeface="Rockwell" panose="02060603020205020403" pitchFamily="18" charset="77"/>
              </a:rPr>
              <a:t>To evaluate and compare performance of multiple classification model.</a:t>
            </a:r>
          </a:p>
          <a:p>
            <a:pPr marL="457200" lvl="1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800" b="1" dirty="0">
              <a:solidFill>
                <a:schemeClr val="tx1"/>
              </a:solidFill>
              <a:latin typeface="Rockwell" panose="02060603020205020403" pitchFamily="18" charset="77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800" b="1" dirty="0">
              <a:solidFill>
                <a:schemeClr val="tx1"/>
              </a:solidFill>
              <a:latin typeface="Rockwell" panose="02060603020205020403" pitchFamily="18" charset="77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b="1" dirty="0">
                <a:solidFill>
                  <a:schemeClr val="tx1"/>
                </a:solidFill>
                <a:latin typeface="Rockwell" panose="02060603020205020403" pitchFamily="18" charset="77"/>
              </a:rPr>
              <a:t>System Approach: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1800" b="1" dirty="0">
                <a:solidFill>
                  <a:schemeClr val="tx1"/>
                </a:solidFill>
                <a:latin typeface="Rockwell" panose="02060603020205020403" pitchFamily="18" charset="77"/>
              </a:rPr>
              <a:t>Data preprocessing and validation.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1800" b="1" dirty="0">
                <a:solidFill>
                  <a:schemeClr val="tx1"/>
                </a:solidFill>
                <a:latin typeface="Rockwell" panose="02060603020205020403" pitchFamily="18" charset="77"/>
              </a:rPr>
              <a:t>Exploratory Data Analysis(EDA).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1800" b="1" dirty="0">
                <a:solidFill>
                  <a:schemeClr val="tx1"/>
                </a:solidFill>
                <a:latin typeface="Rockwell" panose="02060603020205020403" pitchFamily="18" charset="77"/>
              </a:rPr>
              <a:t>Feature Scaling and Normalization.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1800" b="1" dirty="0">
                <a:solidFill>
                  <a:schemeClr val="tx1"/>
                </a:solidFill>
                <a:latin typeface="Rockwell" panose="02060603020205020403" pitchFamily="18" charset="77"/>
              </a:rPr>
              <a:t>Data balancing using SMOTE.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1800" b="1" dirty="0">
                <a:solidFill>
                  <a:schemeClr val="tx1"/>
                </a:solidFill>
                <a:latin typeface="Rockwell" panose="02060603020205020403" pitchFamily="18" charset="77"/>
              </a:rPr>
              <a:t>Model training and evaluation.</a:t>
            </a:r>
          </a:p>
          <a:p>
            <a:pPr marL="285750" lvl="0" indent="-285750"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endParaRPr lang="en-US" altLang="en-US" sz="1800" b="1" dirty="0">
              <a:solidFill>
                <a:schemeClr val="tx1"/>
              </a:solidFill>
              <a:latin typeface="Rockwell" panose="02060603020205020403" pitchFamily="18" charset="77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800" b="1" dirty="0">
              <a:solidFill>
                <a:schemeClr val="tx1"/>
              </a:solidFill>
              <a:latin typeface="Rockwell" panose="02060603020205020403" pitchFamily="18" charset="77"/>
            </a:endParaRPr>
          </a:p>
        </p:txBody>
      </p:sp>
      <p:pic>
        <p:nvPicPr>
          <p:cNvPr id="5" name="Google Shape;3591;p44">
            <a:extLst>
              <a:ext uri="{FF2B5EF4-FFF2-40B4-BE49-F238E27FC236}">
                <a16:creationId xmlns:a16="http://schemas.microsoft.com/office/drawing/2014/main" id="{84FE15F2-A149-14DE-7F84-F8A16CB4DD2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15574655" y="1319248"/>
            <a:ext cx="13165990" cy="8404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3595;p44">
            <a:extLst>
              <a:ext uri="{FF2B5EF4-FFF2-40B4-BE49-F238E27FC236}">
                <a16:creationId xmlns:a16="http://schemas.microsoft.com/office/drawing/2014/main" id="{5AA7EA6C-AD6E-14B6-D85C-F486FEA4FC7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7936660">
            <a:off x="5633004" y="-7970048"/>
            <a:ext cx="4602482" cy="5818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3596;p44">
            <a:extLst>
              <a:ext uri="{FF2B5EF4-FFF2-40B4-BE49-F238E27FC236}">
                <a16:creationId xmlns:a16="http://schemas.microsoft.com/office/drawing/2014/main" id="{8008259B-85DA-F632-4221-953C7AAB9130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4280731">
            <a:off x="-12526588" y="-9039657"/>
            <a:ext cx="3848176" cy="58388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3592;p44">
            <a:extLst>
              <a:ext uri="{FF2B5EF4-FFF2-40B4-BE49-F238E27FC236}">
                <a16:creationId xmlns:a16="http://schemas.microsoft.com/office/drawing/2014/main" id="{3B9DF1FA-83FA-18A1-408F-A3BCB948A0F2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3897234" flipH="1">
            <a:off x="3436368" y="8920203"/>
            <a:ext cx="4497877" cy="745948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744;p47">
            <a:extLst>
              <a:ext uri="{FF2B5EF4-FFF2-40B4-BE49-F238E27FC236}">
                <a16:creationId xmlns:a16="http://schemas.microsoft.com/office/drawing/2014/main" id="{F0E33D80-2C75-E274-75A9-2EA88775E605}"/>
              </a:ext>
            </a:extLst>
          </p:cNvPr>
          <p:cNvSpPr txBox="1">
            <a:spLocks/>
          </p:cNvSpPr>
          <p:nvPr/>
        </p:nvSpPr>
        <p:spPr>
          <a:xfrm rot="13555364">
            <a:off x="24320652" y="-5322824"/>
            <a:ext cx="9880295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9pPr>
          </a:lstStyle>
          <a:p>
            <a:r>
              <a:rPr lang="en-IN" sz="3200">
                <a:latin typeface="Copperplate" panose="02000504000000020004" pitchFamily="2" charset="77"/>
              </a:rPr>
              <a:t>Exploratory Data Analysis (EDA) </a:t>
            </a:r>
            <a:br>
              <a:rPr lang="en-IN" sz="3200">
                <a:latin typeface="Copperplate" panose="02000504000000020004" pitchFamily="2" charset="77"/>
              </a:rPr>
            </a:br>
            <a:r>
              <a:rPr lang="en-IN" sz="3200">
                <a:latin typeface="Copperplate" panose="02000504000000020004" pitchFamily="2" charset="77"/>
              </a:rPr>
              <a:t>&amp; Preprocessing</a:t>
            </a:r>
            <a:endParaRPr lang="en-IN" sz="3200" dirty="0">
              <a:latin typeface="Copperplate" panose="02000504000000020004" pitchFamily="2" charset="77"/>
            </a:endParaRPr>
          </a:p>
        </p:txBody>
      </p:sp>
      <p:grpSp>
        <p:nvGrpSpPr>
          <p:cNvPr id="20" name="Google Shape;3751;p47">
            <a:extLst>
              <a:ext uri="{FF2B5EF4-FFF2-40B4-BE49-F238E27FC236}">
                <a16:creationId xmlns:a16="http://schemas.microsoft.com/office/drawing/2014/main" id="{B6B5D80A-0FD0-7137-DA3D-E573CEF8A1C5}"/>
              </a:ext>
            </a:extLst>
          </p:cNvPr>
          <p:cNvGrpSpPr/>
          <p:nvPr/>
        </p:nvGrpSpPr>
        <p:grpSpPr>
          <a:xfrm rot="13555364">
            <a:off x="34331988" y="-5435880"/>
            <a:ext cx="647925" cy="452227"/>
            <a:chOff x="5265975" y="1869575"/>
            <a:chExt cx="269400" cy="128825"/>
          </a:xfrm>
        </p:grpSpPr>
        <p:cxnSp>
          <p:nvCxnSpPr>
            <p:cNvPr id="21" name="Google Shape;3752;p47">
              <a:extLst>
                <a:ext uri="{FF2B5EF4-FFF2-40B4-BE49-F238E27FC236}">
                  <a16:creationId xmlns:a16="http://schemas.microsoft.com/office/drawing/2014/main" id="{C775C33C-E47C-AE8A-BBA2-54985165859E}"/>
                </a:ext>
              </a:extLst>
            </p:cNvPr>
            <p:cNvCxnSpPr/>
            <p:nvPr/>
          </p:nvCxnSpPr>
          <p:spPr>
            <a:xfrm>
              <a:off x="5265975" y="1869575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Google Shape;3753;p47">
              <a:extLst>
                <a:ext uri="{FF2B5EF4-FFF2-40B4-BE49-F238E27FC236}">
                  <a16:creationId xmlns:a16="http://schemas.microsoft.com/office/drawing/2014/main" id="{2AEB3D53-82C1-174E-8C70-09E157B622E5}"/>
                </a:ext>
              </a:extLst>
            </p:cNvPr>
            <p:cNvCxnSpPr/>
            <p:nvPr/>
          </p:nvCxnSpPr>
          <p:spPr>
            <a:xfrm>
              <a:off x="5265975" y="1901781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" name="Google Shape;3754;p47">
              <a:extLst>
                <a:ext uri="{FF2B5EF4-FFF2-40B4-BE49-F238E27FC236}">
                  <a16:creationId xmlns:a16="http://schemas.microsoft.com/office/drawing/2014/main" id="{09C6812C-C49A-0F5F-0CBF-7F631D2D0B89}"/>
                </a:ext>
              </a:extLst>
            </p:cNvPr>
            <p:cNvCxnSpPr/>
            <p:nvPr/>
          </p:nvCxnSpPr>
          <p:spPr>
            <a:xfrm>
              <a:off x="5265975" y="1933988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" name="Google Shape;3755;p47">
              <a:extLst>
                <a:ext uri="{FF2B5EF4-FFF2-40B4-BE49-F238E27FC236}">
                  <a16:creationId xmlns:a16="http://schemas.microsoft.com/office/drawing/2014/main" id="{03AB4BF8-6A47-BE79-6CBF-21E110A41D0F}"/>
                </a:ext>
              </a:extLst>
            </p:cNvPr>
            <p:cNvCxnSpPr/>
            <p:nvPr/>
          </p:nvCxnSpPr>
          <p:spPr>
            <a:xfrm>
              <a:off x="5265975" y="1966194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" name="Google Shape;3756;p47">
              <a:extLst>
                <a:ext uri="{FF2B5EF4-FFF2-40B4-BE49-F238E27FC236}">
                  <a16:creationId xmlns:a16="http://schemas.microsoft.com/office/drawing/2014/main" id="{D13D3020-B3F7-EFB1-F7D3-F6F23A192379}"/>
                </a:ext>
              </a:extLst>
            </p:cNvPr>
            <p:cNvCxnSpPr/>
            <p:nvPr/>
          </p:nvCxnSpPr>
          <p:spPr>
            <a:xfrm>
              <a:off x="5265975" y="1998400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6" name="Rectangle 3">
            <a:extLst>
              <a:ext uri="{FF2B5EF4-FFF2-40B4-BE49-F238E27FC236}">
                <a16:creationId xmlns:a16="http://schemas.microsoft.com/office/drawing/2014/main" id="{1D3FDF39-6EA8-9ADC-FE0A-57CAE357E600}"/>
              </a:ext>
            </a:extLst>
          </p:cNvPr>
          <p:cNvSpPr>
            <a:spLocks noChangeArrowheads="1"/>
          </p:cNvSpPr>
          <p:nvPr/>
        </p:nvSpPr>
        <p:spPr bwMode="auto">
          <a:xfrm rot="13555364">
            <a:off x="24602348" y="-3693319"/>
            <a:ext cx="9316904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 Feature Correlation: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 Analyzing how transaction magnitude (Amount) and merchant categories correlate with fraudulent behavior.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ckwell" panose="02060603020205020403" pitchFamily="18" charset="7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 Handling Class Imbalance: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 Fraud is rare (often &lt;1% of data). Our EDA process ensures the model doesn't become "biased" toward legitimate transactions.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ckwell" panose="02060603020205020403" pitchFamily="18" charset="7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 The Data Pipeline: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ckwell" panose="02060603020205020403" pitchFamily="18" charset="77"/>
            </a:endParaRPr>
          </a:p>
          <a:p>
            <a:pPr marL="285750" lvl="5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Cleaning: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 Removing corrupted entries and handling missing values via Pandas.</a:t>
            </a:r>
          </a:p>
          <a:p>
            <a:pPr marL="285750" lvl="5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Scaling: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 Normalizing numerical features so high-value transactions don't skew the model's perception.</a:t>
            </a:r>
          </a:p>
          <a:p>
            <a:pPr marL="285750" lvl="5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Encoding: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 Converting categorical metadata into mathematical vectors for model ingestion.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ckwell" panose="02060603020205020403" pitchFamily="18" charset="77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4">
          <a:extLst>
            <a:ext uri="{FF2B5EF4-FFF2-40B4-BE49-F238E27FC236}">
              <a16:creationId xmlns:a16="http://schemas.microsoft.com/office/drawing/2014/main" id="{89DE08B0-63A7-3450-6344-B2AE1172C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4" name="Google Shape;3744;p47">
            <a:extLst>
              <a:ext uri="{FF2B5EF4-FFF2-40B4-BE49-F238E27FC236}">
                <a16:creationId xmlns:a16="http://schemas.microsoft.com/office/drawing/2014/main" id="{488B4AD9-FE8B-99CA-CE98-9578B61B82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5852" y="479609"/>
            <a:ext cx="9880295" cy="98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3200" dirty="0">
                <a:latin typeface="Copperplate" panose="02000504000000020004" pitchFamily="2" charset="77"/>
              </a:rPr>
              <a:t>Data Preprocessing &amp; Validation</a:t>
            </a:r>
            <a:endParaRPr sz="3200" dirty="0">
              <a:latin typeface="Copperplate" panose="02000504000000020004" pitchFamily="2" charset="77"/>
            </a:endParaRPr>
          </a:p>
        </p:txBody>
      </p:sp>
      <p:grpSp>
        <p:nvGrpSpPr>
          <p:cNvPr id="3751" name="Google Shape;3751;p47">
            <a:extLst>
              <a:ext uri="{FF2B5EF4-FFF2-40B4-BE49-F238E27FC236}">
                <a16:creationId xmlns:a16="http://schemas.microsoft.com/office/drawing/2014/main" id="{7494C27F-E7EF-3D5E-C4E1-027AA69B776B}"/>
              </a:ext>
            </a:extLst>
          </p:cNvPr>
          <p:cNvGrpSpPr/>
          <p:nvPr/>
        </p:nvGrpSpPr>
        <p:grpSpPr>
          <a:xfrm>
            <a:off x="11167188" y="366553"/>
            <a:ext cx="647925" cy="452227"/>
            <a:chOff x="5265975" y="1869575"/>
            <a:chExt cx="269400" cy="128825"/>
          </a:xfrm>
        </p:grpSpPr>
        <p:cxnSp>
          <p:nvCxnSpPr>
            <p:cNvPr id="3752" name="Google Shape;3752;p47">
              <a:extLst>
                <a:ext uri="{FF2B5EF4-FFF2-40B4-BE49-F238E27FC236}">
                  <a16:creationId xmlns:a16="http://schemas.microsoft.com/office/drawing/2014/main" id="{8E25B0DD-C38E-9947-7542-4C08D2E80400}"/>
                </a:ext>
              </a:extLst>
            </p:cNvPr>
            <p:cNvCxnSpPr/>
            <p:nvPr/>
          </p:nvCxnSpPr>
          <p:spPr>
            <a:xfrm>
              <a:off x="5265975" y="1869575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3" name="Google Shape;3753;p47">
              <a:extLst>
                <a:ext uri="{FF2B5EF4-FFF2-40B4-BE49-F238E27FC236}">
                  <a16:creationId xmlns:a16="http://schemas.microsoft.com/office/drawing/2014/main" id="{EC3B990E-5CB9-2F2C-045A-AE1CB2C6FEBC}"/>
                </a:ext>
              </a:extLst>
            </p:cNvPr>
            <p:cNvCxnSpPr/>
            <p:nvPr/>
          </p:nvCxnSpPr>
          <p:spPr>
            <a:xfrm>
              <a:off x="5265975" y="1901781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4" name="Google Shape;3754;p47">
              <a:extLst>
                <a:ext uri="{FF2B5EF4-FFF2-40B4-BE49-F238E27FC236}">
                  <a16:creationId xmlns:a16="http://schemas.microsoft.com/office/drawing/2014/main" id="{40CBA0DF-87FB-8241-4202-D19AB6263E91}"/>
                </a:ext>
              </a:extLst>
            </p:cNvPr>
            <p:cNvCxnSpPr/>
            <p:nvPr/>
          </p:nvCxnSpPr>
          <p:spPr>
            <a:xfrm>
              <a:off x="5265975" y="1933988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5" name="Google Shape;3755;p47">
              <a:extLst>
                <a:ext uri="{FF2B5EF4-FFF2-40B4-BE49-F238E27FC236}">
                  <a16:creationId xmlns:a16="http://schemas.microsoft.com/office/drawing/2014/main" id="{2B3A985E-FC88-AE30-CD48-BE5BC6B1499C}"/>
                </a:ext>
              </a:extLst>
            </p:cNvPr>
            <p:cNvCxnSpPr/>
            <p:nvPr/>
          </p:nvCxnSpPr>
          <p:spPr>
            <a:xfrm>
              <a:off x="5265975" y="1966194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6" name="Google Shape;3756;p47">
              <a:extLst>
                <a:ext uri="{FF2B5EF4-FFF2-40B4-BE49-F238E27FC236}">
                  <a16:creationId xmlns:a16="http://schemas.microsoft.com/office/drawing/2014/main" id="{1AB3469E-7A64-EC57-68ED-4C69EC7EAC43}"/>
                </a:ext>
              </a:extLst>
            </p:cNvPr>
            <p:cNvCxnSpPr/>
            <p:nvPr/>
          </p:nvCxnSpPr>
          <p:spPr>
            <a:xfrm>
              <a:off x="5265975" y="1998400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7" name="Rectangle 3">
            <a:extLst>
              <a:ext uri="{FF2B5EF4-FFF2-40B4-BE49-F238E27FC236}">
                <a16:creationId xmlns:a16="http://schemas.microsoft.com/office/drawing/2014/main" id="{14AE50ED-64E1-8719-C0E0-3DC0C673C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9917" y="1742434"/>
            <a:ext cx="931690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The dataset wa</a:t>
            </a:r>
            <a:r>
              <a:rPr lang="en-US" altLang="en-US" sz="1800" dirty="0">
                <a:solidFill>
                  <a:schemeClr val="tx1"/>
                </a:solidFill>
                <a:latin typeface="Rockwell" panose="02060603020205020403" pitchFamily="18" charset="77"/>
              </a:rPr>
              <a:t>s analyzed for completeness and consistency using Pandas.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No missing values were identified across features, ensuring data integrity.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altLang="en-US" sz="1800" dirty="0">
                <a:solidFill>
                  <a:schemeClr val="tx1"/>
                </a:solidFill>
                <a:latin typeface="Rockwell" panose="02060603020205020403" pitchFamily="18" charset="77"/>
              </a:rPr>
              <a:t>Duplicate records were detected and removed to eliminate redundancy.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All features were verified to be numerical due to prior PCA transformation.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altLang="en-US" sz="1800" dirty="0">
                <a:solidFill>
                  <a:schemeClr val="tx1"/>
                </a:solidFill>
                <a:latin typeface="Rockwell" panose="02060603020205020403" pitchFamily="18" charset="77"/>
              </a:rPr>
              <a:t>This step ensures a clean and reliable dataset for downstream analysis.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ckwell" panose="02060603020205020403" pitchFamily="18" charset="77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ckwell" panose="02060603020205020403" pitchFamily="18" charset="77"/>
            </a:endParaRPr>
          </a:p>
        </p:txBody>
      </p:sp>
      <p:pic>
        <p:nvPicPr>
          <p:cNvPr id="18" name="Google Shape;3595;p44">
            <a:extLst>
              <a:ext uri="{FF2B5EF4-FFF2-40B4-BE49-F238E27FC236}">
                <a16:creationId xmlns:a16="http://schemas.microsoft.com/office/drawing/2014/main" id="{EED8E2C4-DEA0-4881-F935-C510DCEBF39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663578">
            <a:off x="246899" y="11265009"/>
            <a:ext cx="4602482" cy="5818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3596;p44">
            <a:extLst>
              <a:ext uri="{FF2B5EF4-FFF2-40B4-BE49-F238E27FC236}">
                <a16:creationId xmlns:a16="http://schemas.microsoft.com/office/drawing/2014/main" id="{CC5DA2AB-C693-227F-D707-E9E5C0B2D69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946519">
            <a:off x="19844410" y="8840415"/>
            <a:ext cx="4137064" cy="6143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4436;p59">
            <a:extLst>
              <a:ext uri="{FF2B5EF4-FFF2-40B4-BE49-F238E27FC236}">
                <a16:creationId xmlns:a16="http://schemas.microsoft.com/office/drawing/2014/main" id="{12BD52B2-5EA1-010E-137B-AD65F2ED9F6A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7867657" y="1464809"/>
            <a:ext cx="3837533" cy="25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4444;p59">
            <a:extLst>
              <a:ext uri="{FF2B5EF4-FFF2-40B4-BE49-F238E27FC236}">
                <a16:creationId xmlns:a16="http://schemas.microsoft.com/office/drawing/2014/main" id="{DC7644D4-166D-B16E-868C-504B5687766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6991294">
            <a:off x="7240043" y="9370681"/>
            <a:ext cx="3514409" cy="58268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4445;p59">
            <a:extLst>
              <a:ext uri="{FF2B5EF4-FFF2-40B4-BE49-F238E27FC236}">
                <a16:creationId xmlns:a16="http://schemas.microsoft.com/office/drawing/2014/main" id="{3C47A175-4B35-4D75-8DB0-55F146EF7A3D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4480458">
            <a:off x="13778345" y="-7035377"/>
            <a:ext cx="5862249" cy="5975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4447;p59">
            <a:extLst>
              <a:ext uri="{FF2B5EF4-FFF2-40B4-BE49-F238E27FC236}">
                <a16:creationId xmlns:a16="http://schemas.microsoft.com/office/drawing/2014/main" id="{E01A0373-759C-4ED3-68FA-A4FAA6A7D09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4587686">
            <a:off x="7026315" y="17822615"/>
            <a:ext cx="5487894" cy="10901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4448;p59">
            <a:extLst>
              <a:ext uri="{FF2B5EF4-FFF2-40B4-BE49-F238E27FC236}">
                <a16:creationId xmlns:a16="http://schemas.microsoft.com/office/drawing/2014/main" id="{263656F2-70B6-F1E4-8545-B30FA97D37D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2626815">
            <a:off x="19441846" y="0"/>
            <a:ext cx="4942192" cy="7403739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601;p45">
            <a:extLst>
              <a:ext uri="{FF2B5EF4-FFF2-40B4-BE49-F238E27FC236}">
                <a16:creationId xmlns:a16="http://schemas.microsoft.com/office/drawing/2014/main" id="{2013A8A4-2497-7FAC-117D-A7136319EAB0}"/>
              </a:ext>
            </a:extLst>
          </p:cNvPr>
          <p:cNvSpPr txBox="1">
            <a:spLocks/>
          </p:cNvSpPr>
          <p:nvPr/>
        </p:nvSpPr>
        <p:spPr>
          <a:xfrm rot="14879073">
            <a:off x="-17179636" y="9366696"/>
            <a:ext cx="121920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9pPr>
          </a:lstStyle>
          <a:p>
            <a:r>
              <a:rPr lang="en-IN">
                <a:latin typeface="Copperplate" panose="02000504000000020004" pitchFamily="2" charset="77"/>
              </a:rPr>
              <a:t>Project Objectives &amp; System Architecture</a:t>
            </a:r>
            <a:endParaRPr lang="en-IN" dirty="0">
              <a:latin typeface="Copperplate" panose="02000504000000020004" pitchFamily="2" charset="77"/>
            </a:endParaRPr>
          </a:p>
        </p:txBody>
      </p:sp>
      <p:sp>
        <p:nvSpPr>
          <p:cNvPr id="31" name="Google Shape;3602;p45">
            <a:extLst>
              <a:ext uri="{FF2B5EF4-FFF2-40B4-BE49-F238E27FC236}">
                <a16:creationId xmlns:a16="http://schemas.microsoft.com/office/drawing/2014/main" id="{08A4C68A-11F6-AE91-D791-CE855098875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 rot="14879073">
            <a:off x="-16036637" y="10515980"/>
            <a:ext cx="10177671" cy="406478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Rockwell" panose="02060603020205020403" pitchFamily="18" charset="77"/>
              </a:rPr>
              <a:t> End-to-End Automation:</a:t>
            </a:r>
            <a:r>
              <a:rPr lang="en-US" altLang="en-US" sz="1800" dirty="0">
                <a:solidFill>
                  <a:schemeClr val="tx1"/>
                </a:solidFill>
                <a:latin typeface="Rockwell" panose="02060603020205020403" pitchFamily="18" charset="77"/>
              </a:rPr>
              <a:t> To develop a high-speed analytical pipeline that ingests raw transaction logs and outputs actionable risk scores.</a:t>
            </a:r>
            <a:br>
              <a:rPr lang="en-US" altLang="en-US" sz="1800" dirty="0">
                <a:solidFill>
                  <a:schemeClr val="tx1"/>
                </a:solidFill>
                <a:latin typeface="Rockwell" panose="02060603020205020403" pitchFamily="18" charset="77"/>
              </a:rPr>
            </a:br>
            <a:endParaRPr lang="en-US" altLang="en-US" sz="1800" dirty="0">
              <a:solidFill>
                <a:schemeClr val="tx1"/>
              </a:solidFill>
              <a:latin typeface="Rockwell" panose="02060603020205020403" pitchFamily="18" charset="77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Rockwell" panose="02060603020205020403" pitchFamily="18" charset="77"/>
              </a:rPr>
              <a:t> ML-Powered Accuracy:</a:t>
            </a:r>
            <a:r>
              <a:rPr lang="en-US" altLang="en-US" sz="1800" dirty="0">
                <a:solidFill>
                  <a:schemeClr val="tx1"/>
                </a:solidFill>
                <a:latin typeface="Rockwell" panose="02060603020205020403" pitchFamily="18" charset="77"/>
              </a:rPr>
              <a:t> Utilizing Ensemble Learning (Random Forest) to detect non-linear fraud patterns that human auditors would miss.</a:t>
            </a:r>
            <a:br>
              <a:rPr lang="en-US" altLang="en-US" sz="1800" dirty="0">
                <a:solidFill>
                  <a:schemeClr val="tx1"/>
                </a:solidFill>
                <a:latin typeface="Rockwell" panose="02060603020205020403" pitchFamily="18" charset="77"/>
              </a:rPr>
            </a:br>
            <a:endParaRPr lang="en-US" altLang="en-US" sz="1800" dirty="0">
              <a:solidFill>
                <a:schemeClr val="tx1"/>
              </a:solidFill>
              <a:latin typeface="Rockwell" panose="02060603020205020403" pitchFamily="18" charset="77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Rockwell" panose="02060603020205020403" pitchFamily="18" charset="77"/>
              </a:rPr>
              <a:t> The Architecture:</a:t>
            </a:r>
          </a:p>
          <a:p>
            <a:pPr marL="1200150" lvl="2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1800" b="1" dirty="0">
                <a:solidFill>
                  <a:schemeClr val="tx1"/>
                </a:solidFill>
                <a:latin typeface="Rockwell" panose="02060603020205020403" pitchFamily="18" charset="77"/>
              </a:rPr>
              <a:t> Frontend:</a:t>
            </a:r>
            <a:r>
              <a:rPr lang="en-US" altLang="en-US" sz="1800" dirty="0">
                <a:solidFill>
                  <a:schemeClr val="tx1"/>
                </a:solidFill>
                <a:latin typeface="Rockwell" panose="02060603020205020403" pitchFamily="18" charset="77"/>
              </a:rPr>
              <a:t> Minimalist dashboard for data upload and visualization.</a:t>
            </a:r>
          </a:p>
          <a:p>
            <a:pPr marL="1200150" lvl="2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1800" b="1" dirty="0">
                <a:solidFill>
                  <a:schemeClr val="tx1"/>
                </a:solidFill>
                <a:latin typeface="Rockwell" panose="02060603020205020403" pitchFamily="18" charset="77"/>
              </a:rPr>
              <a:t> Backend (Python/Flask):</a:t>
            </a:r>
            <a:r>
              <a:rPr lang="en-US" altLang="en-US" sz="1800" dirty="0">
                <a:solidFill>
                  <a:schemeClr val="tx1"/>
                </a:solidFill>
                <a:latin typeface="Rockwell" panose="02060603020205020403" pitchFamily="18" charset="77"/>
              </a:rPr>
              <a:t> The central hub for file handling, data cleaning, 	and model routing.</a:t>
            </a:r>
          </a:p>
          <a:p>
            <a:pPr marL="1200150" lvl="2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1800" b="1" dirty="0">
                <a:solidFill>
                  <a:schemeClr val="tx1"/>
                </a:solidFill>
                <a:latin typeface="Rockwell" panose="02060603020205020403" pitchFamily="18" charset="77"/>
              </a:rPr>
              <a:t> ML Layer:</a:t>
            </a:r>
            <a:r>
              <a:rPr lang="en-US" altLang="en-US" sz="1800" dirty="0">
                <a:solidFill>
                  <a:schemeClr val="tx1"/>
                </a:solidFill>
                <a:latin typeface="Rockwell" panose="02060603020205020403" pitchFamily="18" charset="77"/>
              </a:rPr>
              <a:t> A pre-trained classifier capable of millisecond inference.</a:t>
            </a:r>
            <a:br>
              <a:rPr lang="en-US" altLang="en-US" sz="1800" dirty="0">
                <a:solidFill>
                  <a:schemeClr val="tx1"/>
                </a:solidFill>
                <a:latin typeface="Rockwell" panose="02060603020205020403" pitchFamily="18" charset="77"/>
              </a:rPr>
            </a:br>
            <a:endParaRPr lang="en-US" altLang="en-US" sz="1800" dirty="0">
              <a:solidFill>
                <a:schemeClr val="tx1"/>
              </a:solidFill>
              <a:latin typeface="Rockwell" panose="02060603020205020403" pitchFamily="18" charset="77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Rockwell" panose="02060603020205020403" pitchFamily="18" charset="77"/>
              </a:rPr>
              <a:t> Scalability:</a:t>
            </a:r>
            <a:r>
              <a:rPr lang="en-US" altLang="en-US" sz="1800" dirty="0">
                <a:solidFill>
                  <a:schemeClr val="tx1"/>
                </a:solidFill>
                <a:latin typeface="Rockwell" panose="02060603020205020403" pitchFamily="18" charset="77"/>
              </a:rPr>
              <a:t> Designed to handle thousands of transactions in a single batch processing request.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A0460B-D69E-9F83-F912-5DBC4ECFF0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57269" y="3493366"/>
            <a:ext cx="3248478" cy="9050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5E572A-579A-194A-2A0F-0950D11CD2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6604" y="3467466"/>
            <a:ext cx="2703005" cy="9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382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5">
          <a:extLst>
            <a:ext uri="{FF2B5EF4-FFF2-40B4-BE49-F238E27FC236}">
              <a16:creationId xmlns:a16="http://schemas.microsoft.com/office/drawing/2014/main" id="{B2793B69-3B0B-3E4A-46E5-BC65E1B4F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66" name="Google Shape;4366;p59">
            <a:extLst>
              <a:ext uri="{FF2B5EF4-FFF2-40B4-BE49-F238E27FC236}">
                <a16:creationId xmlns:a16="http://schemas.microsoft.com/office/drawing/2014/main" id="{B3D5226B-1137-F363-C9BA-B86319329CAD}"/>
              </a:ext>
            </a:extLst>
          </p:cNvPr>
          <p:cNvGrpSpPr/>
          <p:nvPr/>
        </p:nvGrpSpPr>
        <p:grpSpPr>
          <a:xfrm rot="5400000" flipH="1">
            <a:off x="2001405" y="2482264"/>
            <a:ext cx="2970119" cy="969277"/>
            <a:chOff x="6972150" y="711750"/>
            <a:chExt cx="1039375" cy="339193"/>
          </a:xfrm>
        </p:grpSpPr>
        <p:sp>
          <p:nvSpPr>
            <p:cNvPr id="4367" name="Google Shape;4367;p59">
              <a:extLst>
                <a:ext uri="{FF2B5EF4-FFF2-40B4-BE49-F238E27FC236}">
                  <a16:creationId xmlns:a16="http://schemas.microsoft.com/office/drawing/2014/main" id="{F17C41A2-D3DB-C039-19B7-98984C4F0AB0}"/>
                </a:ext>
              </a:extLst>
            </p:cNvPr>
            <p:cNvSpPr/>
            <p:nvPr/>
          </p:nvSpPr>
          <p:spPr>
            <a:xfrm>
              <a:off x="7952725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368" name="Google Shape;4368;p59">
              <a:extLst>
                <a:ext uri="{FF2B5EF4-FFF2-40B4-BE49-F238E27FC236}">
                  <a16:creationId xmlns:a16="http://schemas.microsoft.com/office/drawing/2014/main" id="{DB17F202-7354-B507-E705-A99EAC3D8E83}"/>
                </a:ext>
              </a:extLst>
            </p:cNvPr>
            <p:cNvSpPr/>
            <p:nvPr/>
          </p:nvSpPr>
          <p:spPr>
            <a:xfrm>
              <a:off x="7774438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369" name="Google Shape;4369;p59">
              <a:extLst>
                <a:ext uri="{FF2B5EF4-FFF2-40B4-BE49-F238E27FC236}">
                  <a16:creationId xmlns:a16="http://schemas.microsoft.com/office/drawing/2014/main" id="{634A1F9E-E038-4F44-8F8F-8FE23AAA473A}"/>
                </a:ext>
              </a:extLst>
            </p:cNvPr>
            <p:cNvSpPr/>
            <p:nvPr/>
          </p:nvSpPr>
          <p:spPr>
            <a:xfrm>
              <a:off x="7596152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370" name="Google Shape;4370;p59">
              <a:extLst>
                <a:ext uri="{FF2B5EF4-FFF2-40B4-BE49-F238E27FC236}">
                  <a16:creationId xmlns:a16="http://schemas.microsoft.com/office/drawing/2014/main" id="{E601C4C1-1DDF-B70F-AC4D-1392F2F24FC0}"/>
                </a:ext>
              </a:extLst>
            </p:cNvPr>
            <p:cNvSpPr/>
            <p:nvPr/>
          </p:nvSpPr>
          <p:spPr>
            <a:xfrm>
              <a:off x="7507009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371" name="Google Shape;4371;p59">
              <a:extLst>
                <a:ext uri="{FF2B5EF4-FFF2-40B4-BE49-F238E27FC236}">
                  <a16:creationId xmlns:a16="http://schemas.microsoft.com/office/drawing/2014/main" id="{F2763589-9CDC-330C-3B8F-ADAE08A9EF90}"/>
                </a:ext>
              </a:extLst>
            </p:cNvPr>
            <p:cNvSpPr/>
            <p:nvPr/>
          </p:nvSpPr>
          <p:spPr>
            <a:xfrm>
              <a:off x="7061293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372" name="Google Shape;4372;p59">
              <a:extLst>
                <a:ext uri="{FF2B5EF4-FFF2-40B4-BE49-F238E27FC236}">
                  <a16:creationId xmlns:a16="http://schemas.microsoft.com/office/drawing/2014/main" id="{BEE85857-01A3-415B-C0CB-30E674CD3982}"/>
                </a:ext>
              </a:extLst>
            </p:cNvPr>
            <p:cNvSpPr/>
            <p:nvPr/>
          </p:nvSpPr>
          <p:spPr>
            <a:xfrm>
              <a:off x="7150436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373" name="Google Shape;4373;p59">
              <a:extLst>
                <a:ext uri="{FF2B5EF4-FFF2-40B4-BE49-F238E27FC236}">
                  <a16:creationId xmlns:a16="http://schemas.microsoft.com/office/drawing/2014/main" id="{FEF15FEB-9AA7-AD8C-A6AB-5F0BF9A2A918}"/>
                </a:ext>
              </a:extLst>
            </p:cNvPr>
            <p:cNvSpPr/>
            <p:nvPr/>
          </p:nvSpPr>
          <p:spPr>
            <a:xfrm>
              <a:off x="6972150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374" name="Google Shape;4374;p59">
              <a:extLst>
                <a:ext uri="{FF2B5EF4-FFF2-40B4-BE49-F238E27FC236}">
                  <a16:creationId xmlns:a16="http://schemas.microsoft.com/office/drawing/2014/main" id="{EAAE7B89-15AB-51C7-B472-F5162B7368D0}"/>
                </a:ext>
              </a:extLst>
            </p:cNvPr>
            <p:cNvSpPr/>
            <p:nvPr/>
          </p:nvSpPr>
          <p:spPr>
            <a:xfrm>
              <a:off x="786358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375" name="Google Shape;4375;p59">
              <a:extLst>
                <a:ext uri="{FF2B5EF4-FFF2-40B4-BE49-F238E27FC236}">
                  <a16:creationId xmlns:a16="http://schemas.microsoft.com/office/drawing/2014/main" id="{CE0160BC-C25C-11C3-FF43-B1CCCAEA6BF8}"/>
                </a:ext>
              </a:extLst>
            </p:cNvPr>
            <p:cNvSpPr/>
            <p:nvPr/>
          </p:nvSpPr>
          <p:spPr>
            <a:xfrm>
              <a:off x="795272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376" name="Google Shape;4376;p59">
              <a:extLst>
                <a:ext uri="{FF2B5EF4-FFF2-40B4-BE49-F238E27FC236}">
                  <a16:creationId xmlns:a16="http://schemas.microsoft.com/office/drawing/2014/main" id="{1AA4B13D-34AD-690E-2947-688D8E056FF8}"/>
                </a:ext>
              </a:extLst>
            </p:cNvPr>
            <p:cNvSpPr/>
            <p:nvPr/>
          </p:nvSpPr>
          <p:spPr>
            <a:xfrm>
              <a:off x="759615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377" name="Google Shape;4377;p59">
              <a:extLst>
                <a:ext uri="{FF2B5EF4-FFF2-40B4-BE49-F238E27FC236}">
                  <a16:creationId xmlns:a16="http://schemas.microsoft.com/office/drawing/2014/main" id="{52B2A6A4-AE7E-13E0-D73C-B7398EDF5F2D}"/>
                </a:ext>
              </a:extLst>
            </p:cNvPr>
            <p:cNvSpPr/>
            <p:nvPr/>
          </p:nvSpPr>
          <p:spPr>
            <a:xfrm>
              <a:off x="759615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378" name="Google Shape;4378;p59">
              <a:extLst>
                <a:ext uri="{FF2B5EF4-FFF2-40B4-BE49-F238E27FC236}">
                  <a16:creationId xmlns:a16="http://schemas.microsoft.com/office/drawing/2014/main" id="{83B99703-E36D-B0E9-8D6C-6DC0E754AC6D}"/>
                </a:ext>
              </a:extLst>
            </p:cNvPr>
            <p:cNvSpPr/>
            <p:nvPr/>
          </p:nvSpPr>
          <p:spPr>
            <a:xfrm>
              <a:off x="768529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379" name="Google Shape;4379;p59">
              <a:extLst>
                <a:ext uri="{FF2B5EF4-FFF2-40B4-BE49-F238E27FC236}">
                  <a16:creationId xmlns:a16="http://schemas.microsoft.com/office/drawing/2014/main" id="{2B2E7EC6-9CD3-228C-F4C7-601AB47C505A}"/>
                </a:ext>
              </a:extLst>
            </p:cNvPr>
            <p:cNvSpPr/>
            <p:nvPr/>
          </p:nvSpPr>
          <p:spPr>
            <a:xfrm>
              <a:off x="7685295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380" name="Google Shape;4380;p59">
              <a:extLst>
                <a:ext uri="{FF2B5EF4-FFF2-40B4-BE49-F238E27FC236}">
                  <a16:creationId xmlns:a16="http://schemas.microsoft.com/office/drawing/2014/main" id="{5FCB8587-EFE5-A770-06CA-24A8004AC871}"/>
                </a:ext>
              </a:extLst>
            </p:cNvPr>
            <p:cNvSpPr/>
            <p:nvPr/>
          </p:nvSpPr>
          <p:spPr>
            <a:xfrm>
              <a:off x="750700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381" name="Google Shape;4381;p59">
              <a:extLst>
                <a:ext uri="{FF2B5EF4-FFF2-40B4-BE49-F238E27FC236}">
                  <a16:creationId xmlns:a16="http://schemas.microsoft.com/office/drawing/2014/main" id="{0ABFCBE0-918F-8C97-DA77-B21E4B766EEB}"/>
                </a:ext>
              </a:extLst>
            </p:cNvPr>
            <p:cNvSpPr/>
            <p:nvPr/>
          </p:nvSpPr>
          <p:spPr>
            <a:xfrm>
              <a:off x="7507009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382" name="Google Shape;4382;p59">
              <a:extLst>
                <a:ext uri="{FF2B5EF4-FFF2-40B4-BE49-F238E27FC236}">
                  <a16:creationId xmlns:a16="http://schemas.microsoft.com/office/drawing/2014/main" id="{A18FA71B-853A-486F-7C6E-6A44DFC7A8E8}"/>
                </a:ext>
              </a:extLst>
            </p:cNvPr>
            <p:cNvSpPr/>
            <p:nvPr/>
          </p:nvSpPr>
          <p:spPr>
            <a:xfrm>
              <a:off x="750700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383" name="Google Shape;4383;p59">
              <a:extLst>
                <a:ext uri="{FF2B5EF4-FFF2-40B4-BE49-F238E27FC236}">
                  <a16:creationId xmlns:a16="http://schemas.microsoft.com/office/drawing/2014/main" id="{D7EB8FA0-D30F-D4AD-7AA6-09C210B61E23}"/>
                </a:ext>
              </a:extLst>
            </p:cNvPr>
            <p:cNvSpPr/>
            <p:nvPr/>
          </p:nvSpPr>
          <p:spPr>
            <a:xfrm>
              <a:off x="732872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384" name="Google Shape;4384;p59">
              <a:extLst>
                <a:ext uri="{FF2B5EF4-FFF2-40B4-BE49-F238E27FC236}">
                  <a16:creationId xmlns:a16="http://schemas.microsoft.com/office/drawing/2014/main" id="{4CDC6C0A-4D2C-7BE9-8CEC-C9383C512330}"/>
                </a:ext>
              </a:extLst>
            </p:cNvPr>
            <p:cNvSpPr/>
            <p:nvPr/>
          </p:nvSpPr>
          <p:spPr>
            <a:xfrm>
              <a:off x="7328722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385" name="Google Shape;4385;p59">
              <a:extLst>
                <a:ext uri="{FF2B5EF4-FFF2-40B4-BE49-F238E27FC236}">
                  <a16:creationId xmlns:a16="http://schemas.microsoft.com/office/drawing/2014/main" id="{2D42E944-092A-CA37-B2E1-A93A172C222B}"/>
                </a:ext>
              </a:extLst>
            </p:cNvPr>
            <p:cNvSpPr/>
            <p:nvPr/>
          </p:nvSpPr>
          <p:spPr>
            <a:xfrm>
              <a:off x="732872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386" name="Google Shape;4386;p59">
              <a:extLst>
                <a:ext uri="{FF2B5EF4-FFF2-40B4-BE49-F238E27FC236}">
                  <a16:creationId xmlns:a16="http://schemas.microsoft.com/office/drawing/2014/main" id="{5EC505CB-E0E8-50E6-EDD0-FC91955D491C}"/>
                </a:ext>
              </a:extLst>
            </p:cNvPr>
            <p:cNvSpPr/>
            <p:nvPr/>
          </p:nvSpPr>
          <p:spPr>
            <a:xfrm>
              <a:off x="741786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387" name="Google Shape;4387;p59">
              <a:extLst>
                <a:ext uri="{FF2B5EF4-FFF2-40B4-BE49-F238E27FC236}">
                  <a16:creationId xmlns:a16="http://schemas.microsoft.com/office/drawing/2014/main" id="{0ECD89FB-BD81-620B-69BB-ACDF8EE45060}"/>
                </a:ext>
              </a:extLst>
            </p:cNvPr>
            <p:cNvSpPr/>
            <p:nvPr/>
          </p:nvSpPr>
          <p:spPr>
            <a:xfrm>
              <a:off x="741786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388" name="Google Shape;4388;p59">
              <a:extLst>
                <a:ext uri="{FF2B5EF4-FFF2-40B4-BE49-F238E27FC236}">
                  <a16:creationId xmlns:a16="http://schemas.microsoft.com/office/drawing/2014/main" id="{EF932BA5-B61C-45C9-382F-B517F309BA8D}"/>
                </a:ext>
              </a:extLst>
            </p:cNvPr>
            <p:cNvSpPr/>
            <p:nvPr/>
          </p:nvSpPr>
          <p:spPr>
            <a:xfrm>
              <a:off x="741786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389" name="Google Shape;4389;p59">
              <a:extLst>
                <a:ext uri="{FF2B5EF4-FFF2-40B4-BE49-F238E27FC236}">
                  <a16:creationId xmlns:a16="http://schemas.microsoft.com/office/drawing/2014/main" id="{658A6B8A-1380-FF1F-492E-45966F0DE9E2}"/>
                </a:ext>
              </a:extLst>
            </p:cNvPr>
            <p:cNvSpPr/>
            <p:nvPr/>
          </p:nvSpPr>
          <p:spPr>
            <a:xfrm>
              <a:off x="723957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390" name="Google Shape;4390;p59">
              <a:extLst>
                <a:ext uri="{FF2B5EF4-FFF2-40B4-BE49-F238E27FC236}">
                  <a16:creationId xmlns:a16="http://schemas.microsoft.com/office/drawing/2014/main" id="{3E8E7406-937E-8553-0420-65C634B0D44E}"/>
                </a:ext>
              </a:extLst>
            </p:cNvPr>
            <p:cNvSpPr/>
            <p:nvPr/>
          </p:nvSpPr>
          <p:spPr>
            <a:xfrm>
              <a:off x="723957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391" name="Google Shape;4391;p59">
              <a:extLst>
                <a:ext uri="{FF2B5EF4-FFF2-40B4-BE49-F238E27FC236}">
                  <a16:creationId xmlns:a16="http://schemas.microsoft.com/office/drawing/2014/main" id="{47FF6EEF-DEBD-DA70-7E9D-183BDEE6939C}"/>
                </a:ext>
              </a:extLst>
            </p:cNvPr>
            <p:cNvSpPr/>
            <p:nvPr/>
          </p:nvSpPr>
          <p:spPr>
            <a:xfrm>
              <a:off x="7061293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392" name="Google Shape;4392;p59">
              <a:extLst>
                <a:ext uri="{FF2B5EF4-FFF2-40B4-BE49-F238E27FC236}">
                  <a16:creationId xmlns:a16="http://schemas.microsoft.com/office/drawing/2014/main" id="{0E23B3A8-89BC-8B8D-3233-C91D1501FCA9}"/>
                </a:ext>
              </a:extLst>
            </p:cNvPr>
            <p:cNvSpPr/>
            <p:nvPr/>
          </p:nvSpPr>
          <p:spPr>
            <a:xfrm>
              <a:off x="7061293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393" name="Google Shape;4393;p59">
              <a:extLst>
                <a:ext uri="{FF2B5EF4-FFF2-40B4-BE49-F238E27FC236}">
                  <a16:creationId xmlns:a16="http://schemas.microsoft.com/office/drawing/2014/main" id="{E0525EB0-7515-538F-EC23-25440F6A7FD4}"/>
                </a:ext>
              </a:extLst>
            </p:cNvPr>
            <p:cNvSpPr/>
            <p:nvPr/>
          </p:nvSpPr>
          <p:spPr>
            <a:xfrm>
              <a:off x="715043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394" name="Google Shape;4394;p59">
              <a:extLst>
                <a:ext uri="{FF2B5EF4-FFF2-40B4-BE49-F238E27FC236}">
                  <a16:creationId xmlns:a16="http://schemas.microsoft.com/office/drawing/2014/main" id="{72FE29E1-C702-7D23-63BD-BAC7D08302AF}"/>
                </a:ext>
              </a:extLst>
            </p:cNvPr>
            <p:cNvSpPr/>
            <p:nvPr/>
          </p:nvSpPr>
          <p:spPr>
            <a:xfrm>
              <a:off x="715043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395" name="Google Shape;4395;p59">
              <a:extLst>
                <a:ext uri="{FF2B5EF4-FFF2-40B4-BE49-F238E27FC236}">
                  <a16:creationId xmlns:a16="http://schemas.microsoft.com/office/drawing/2014/main" id="{5F20E234-7345-65DF-C7D7-7E6AB7EFEEA2}"/>
                </a:ext>
              </a:extLst>
            </p:cNvPr>
            <p:cNvSpPr/>
            <p:nvPr/>
          </p:nvSpPr>
          <p:spPr>
            <a:xfrm>
              <a:off x="715043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396" name="Google Shape;4396;p59">
              <a:extLst>
                <a:ext uri="{FF2B5EF4-FFF2-40B4-BE49-F238E27FC236}">
                  <a16:creationId xmlns:a16="http://schemas.microsoft.com/office/drawing/2014/main" id="{944F6687-99DE-D497-EF95-BADDF94F20A6}"/>
                </a:ext>
              </a:extLst>
            </p:cNvPr>
            <p:cNvSpPr/>
            <p:nvPr/>
          </p:nvSpPr>
          <p:spPr>
            <a:xfrm>
              <a:off x="6972150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397" name="Google Shape;4397;p59">
              <a:extLst>
                <a:ext uri="{FF2B5EF4-FFF2-40B4-BE49-F238E27FC236}">
                  <a16:creationId xmlns:a16="http://schemas.microsoft.com/office/drawing/2014/main" id="{15DF3846-F10F-8403-7FA8-86DA46CE3A42}"/>
                </a:ext>
              </a:extLst>
            </p:cNvPr>
            <p:cNvSpPr/>
            <p:nvPr/>
          </p:nvSpPr>
          <p:spPr>
            <a:xfrm>
              <a:off x="6972150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398" name="Google Shape;4398;p59">
              <a:extLst>
                <a:ext uri="{FF2B5EF4-FFF2-40B4-BE49-F238E27FC236}">
                  <a16:creationId xmlns:a16="http://schemas.microsoft.com/office/drawing/2014/main" id="{C8F97607-EDFE-3B22-DC04-0F9CEBCAF1F5}"/>
                </a:ext>
              </a:extLst>
            </p:cNvPr>
            <p:cNvSpPr/>
            <p:nvPr/>
          </p:nvSpPr>
          <p:spPr>
            <a:xfrm>
              <a:off x="6972150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pSp>
        <p:nvGrpSpPr>
          <p:cNvPr id="4399" name="Google Shape;4399;p59">
            <a:extLst>
              <a:ext uri="{FF2B5EF4-FFF2-40B4-BE49-F238E27FC236}">
                <a16:creationId xmlns:a16="http://schemas.microsoft.com/office/drawing/2014/main" id="{4DA9F5D3-3259-AB7E-843E-DFB010A88DD7}"/>
              </a:ext>
            </a:extLst>
          </p:cNvPr>
          <p:cNvGrpSpPr/>
          <p:nvPr/>
        </p:nvGrpSpPr>
        <p:grpSpPr>
          <a:xfrm rot="-5400000">
            <a:off x="-49522" y="2006425"/>
            <a:ext cx="2970117" cy="968696"/>
            <a:chOff x="3799000" y="1820400"/>
            <a:chExt cx="1039375" cy="338989"/>
          </a:xfrm>
        </p:grpSpPr>
        <p:sp>
          <p:nvSpPr>
            <p:cNvPr id="4400" name="Google Shape;4400;p59">
              <a:extLst>
                <a:ext uri="{FF2B5EF4-FFF2-40B4-BE49-F238E27FC236}">
                  <a16:creationId xmlns:a16="http://schemas.microsoft.com/office/drawing/2014/main" id="{5C9FB95F-4599-EB94-B67B-00AE8D4E64C8}"/>
                </a:ext>
              </a:extLst>
            </p:cNvPr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401" name="Google Shape;4401;p59">
              <a:extLst>
                <a:ext uri="{FF2B5EF4-FFF2-40B4-BE49-F238E27FC236}">
                  <a16:creationId xmlns:a16="http://schemas.microsoft.com/office/drawing/2014/main" id="{84469520-76DA-5848-C552-34B9AB444D4F}"/>
                </a:ext>
              </a:extLst>
            </p:cNvPr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402" name="Google Shape;4402;p59">
              <a:extLst>
                <a:ext uri="{FF2B5EF4-FFF2-40B4-BE49-F238E27FC236}">
                  <a16:creationId xmlns:a16="http://schemas.microsoft.com/office/drawing/2014/main" id="{AAA56675-78F0-4FCD-9788-3710B56179CE}"/>
                </a:ext>
              </a:extLst>
            </p:cNvPr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403" name="Google Shape;4403;p59">
              <a:extLst>
                <a:ext uri="{FF2B5EF4-FFF2-40B4-BE49-F238E27FC236}">
                  <a16:creationId xmlns:a16="http://schemas.microsoft.com/office/drawing/2014/main" id="{D163267E-DA9F-3BCA-3E3F-154B87CF31E0}"/>
                </a:ext>
              </a:extLst>
            </p:cNvPr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404" name="Google Shape;4404;p59">
              <a:extLst>
                <a:ext uri="{FF2B5EF4-FFF2-40B4-BE49-F238E27FC236}">
                  <a16:creationId xmlns:a16="http://schemas.microsoft.com/office/drawing/2014/main" id="{8B2C41C2-619E-0775-5C90-A83600031F4D}"/>
                </a:ext>
              </a:extLst>
            </p:cNvPr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405" name="Google Shape;4405;p59">
              <a:extLst>
                <a:ext uri="{FF2B5EF4-FFF2-40B4-BE49-F238E27FC236}">
                  <a16:creationId xmlns:a16="http://schemas.microsoft.com/office/drawing/2014/main" id="{260FBEF9-59DE-3A48-5E85-504CE7760B35}"/>
                </a:ext>
              </a:extLst>
            </p:cNvPr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406" name="Google Shape;4406;p59">
              <a:extLst>
                <a:ext uri="{FF2B5EF4-FFF2-40B4-BE49-F238E27FC236}">
                  <a16:creationId xmlns:a16="http://schemas.microsoft.com/office/drawing/2014/main" id="{D84A5534-FC3A-45B2-3410-D5C6F7FB701E}"/>
                </a:ext>
              </a:extLst>
            </p:cNvPr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407" name="Google Shape;4407;p59">
              <a:extLst>
                <a:ext uri="{FF2B5EF4-FFF2-40B4-BE49-F238E27FC236}">
                  <a16:creationId xmlns:a16="http://schemas.microsoft.com/office/drawing/2014/main" id="{EC154331-2A1D-ABEC-CC0A-A7EDA2EC43AC}"/>
                </a:ext>
              </a:extLst>
            </p:cNvPr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408" name="Google Shape;4408;p59">
              <a:extLst>
                <a:ext uri="{FF2B5EF4-FFF2-40B4-BE49-F238E27FC236}">
                  <a16:creationId xmlns:a16="http://schemas.microsoft.com/office/drawing/2014/main" id="{B46D77FF-0B32-B3AD-EE71-6A5AFED1324D}"/>
                </a:ext>
              </a:extLst>
            </p:cNvPr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409" name="Google Shape;4409;p59">
              <a:extLst>
                <a:ext uri="{FF2B5EF4-FFF2-40B4-BE49-F238E27FC236}">
                  <a16:creationId xmlns:a16="http://schemas.microsoft.com/office/drawing/2014/main" id="{7A3EBDB1-F6CC-08E5-BEF5-EE7559C87080}"/>
                </a:ext>
              </a:extLst>
            </p:cNvPr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410" name="Google Shape;4410;p59">
              <a:extLst>
                <a:ext uri="{FF2B5EF4-FFF2-40B4-BE49-F238E27FC236}">
                  <a16:creationId xmlns:a16="http://schemas.microsoft.com/office/drawing/2014/main" id="{B79237C0-53EA-6A16-9F1B-3F0F7EC4A908}"/>
                </a:ext>
              </a:extLst>
            </p:cNvPr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411" name="Google Shape;4411;p59">
              <a:extLst>
                <a:ext uri="{FF2B5EF4-FFF2-40B4-BE49-F238E27FC236}">
                  <a16:creationId xmlns:a16="http://schemas.microsoft.com/office/drawing/2014/main" id="{807E4DA1-A8A1-E21E-FB1C-04A9412815CB}"/>
                </a:ext>
              </a:extLst>
            </p:cNvPr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412" name="Google Shape;4412;p59">
              <a:extLst>
                <a:ext uri="{FF2B5EF4-FFF2-40B4-BE49-F238E27FC236}">
                  <a16:creationId xmlns:a16="http://schemas.microsoft.com/office/drawing/2014/main" id="{F5436F44-5994-6626-0BC5-FA4C32604BF7}"/>
                </a:ext>
              </a:extLst>
            </p:cNvPr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413" name="Google Shape;4413;p59">
              <a:extLst>
                <a:ext uri="{FF2B5EF4-FFF2-40B4-BE49-F238E27FC236}">
                  <a16:creationId xmlns:a16="http://schemas.microsoft.com/office/drawing/2014/main" id="{75181C65-DAEB-E0DA-47B9-C670BCD1B814}"/>
                </a:ext>
              </a:extLst>
            </p:cNvPr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414" name="Google Shape;4414;p59">
              <a:extLst>
                <a:ext uri="{FF2B5EF4-FFF2-40B4-BE49-F238E27FC236}">
                  <a16:creationId xmlns:a16="http://schemas.microsoft.com/office/drawing/2014/main" id="{63C1833B-997D-2650-D3FB-73A19A103B2D}"/>
                </a:ext>
              </a:extLst>
            </p:cNvPr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415" name="Google Shape;4415;p59">
              <a:extLst>
                <a:ext uri="{FF2B5EF4-FFF2-40B4-BE49-F238E27FC236}">
                  <a16:creationId xmlns:a16="http://schemas.microsoft.com/office/drawing/2014/main" id="{E508A2BF-1CDA-999C-6A1A-5B0A4A4798E5}"/>
                </a:ext>
              </a:extLst>
            </p:cNvPr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416" name="Google Shape;4416;p59">
              <a:extLst>
                <a:ext uri="{FF2B5EF4-FFF2-40B4-BE49-F238E27FC236}">
                  <a16:creationId xmlns:a16="http://schemas.microsoft.com/office/drawing/2014/main" id="{F67E57C0-F345-0282-7EF1-97F2277705B8}"/>
                </a:ext>
              </a:extLst>
            </p:cNvPr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417" name="Google Shape;4417;p59">
              <a:extLst>
                <a:ext uri="{FF2B5EF4-FFF2-40B4-BE49-F238E27FC236}">
                  <a16:creationId xmlns:a16="http://schemas.microsoft.com/office/drawing/2014/main" id="{57CA5DCE-A9D2-91C1-B243-5FD7B70C30A9}"/>
                </a:ext>
              </a:extLst>
            </p:cNvPr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418" name="Google Shape;4418;p59">
              <a:extLst>
                <a:ext uri="{FF2B5EF4-FFF2-40B4-BE49-F238E27FC236}">
                  <a16:creationId xmlns:a16="http://schemas.microsoft.com/office/drawing/2014/main" id="{2B26F56C-58D7-FA42-D6A0-C1DF8E36BA78}"/>
                </a:ext>
              </a:extLst>
            </p:cNvPr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419" name="Google Shape;4419;p59">
              <a:extLst>
                <a:ext uri="{FF2B5EF4-FFF2-40B4-BE49-F238E27FC236}">
                  <a16:creationId xmlns:a16="http://schemas.microsoft.com/office/drawing/2014/main" id="{8F8B791B-D45A-F6E8-7FDB-CF4346184311}"/>
                </a:ext>
              </a:extLst>
            </p:cNvPr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420" name="Google Shape;4420;p59">
              <a:extLst>
                <a:ext uri="{FF2B5EF4-FFF2-40B4-BE49-F238E27FC236}">
                  <a16:creationId xmlns:a16="http://schemas.microsoft.com/office/drawing/2014/main" id="{83543B6D-8ED6-8F89-3B1D-45DCE04406A7}"/>
                </a:ext>
              </a:extLst>
            </p:cNvPr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421" name="Google Shape;4421;p59">
              <a:extLst>
                <a:ext uri="{FF2B5EF4-FFF2-40B4-BE49-F238E27FC236}">
                  <a16:creationId xmlns:a16="http://schemas.microsoft.com/office/drawing/2014/main" id="{D249B0CE-B3FD-8DFB-85E1-9E77B3956F0B}"/>
                </a:ext>
              </a:extLst>
            </p:cNvPr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422" name="Google Shape;4422;p59">
              <a:extLst>
                <a:ext uri="{FF2B5EF4-FFF2-40B4-BE49-F238E27FC236}">
                  <a16:creationId xmlns:a16="http://schemas.microsoft.com/office/drawing/2014/main" id="{8BCC79ED-8409-8882-8785-5CD1E95EF694}"/>
                </a:ext>
              </a:extLst>
            </p:cNvPr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423" name="Google Shape;4423;p59">
              <a:extLst>
                <a:ext uri="{FF2B5EF4-FFF2-40B4-BE49-F238E27FC236}">
                  <a16:creationId xmlns:a16="http://schemas.microsoft.com/office/drawing/2014/main" id="{276A246C-EF36-94F3-BE88-258DBA18F500}"/>
                </a:ext>
              </a:extLst>
            </p:cNvPr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424" name="Google Shape;4424;p59">
              <a:extLst>
                <a:ext uri="{FF2B5EF4-FFF2-40B4-BE49-F238E27FC236}">
                  <a16:creationId xmlns:a16="http://schemas.microsoft.com/office/drawing/2014/main" id="{3CFEE54D-173E-36E7-CD8A-85105E492352}"/>
                </a:ext>
              </a:extLst>
            </p:cNvPr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425" name="Google Shape;4425;p59">
              <a:extLst>
                <a:ext uri="{FF2B5EF4-FFF2-40B4-BE49-F238E27FC236}">
                  <a16:creationId xmlns:a16="http://schemas.microsoft.com/office/drawing/2014/main" id="{29EB9E4E-32F5-9433-1A92-A823A25D5846}"/>
                </a:ext>
              </a:extLst>
            </p:cNvPr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426" name="Google Shape;4426;p59">
              <a:extLst>
                <a:ext uri="{FF2B5EF4-FFF2-40B4-BE49-F238E27FC236}">
                  <a16:creationId xmlns:a16="http://schemas.microsoft.com/office/drawing/2014/main" id="{418512AA-0C43-D8D7-5FBF-6D41D4B22C20}"/>
                </a:ext>
              </a:extLst>
            </p:cNvPr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427" name="Google Shape;4427;p59">
              <a:extLst>
                <a:ext uri="{FF2B5EF4-FFF2-40B4-BE49-F238E27FC236}">
                  <a16:creationId xmlns:a16="http://schemas.microsoft.com/office/drawing/2014/main" id="{E8E9D582-7ECC-E2F4-55E2-39C2E6CD8F85}"/>
                </a:ext>
              </a:extLst>
            </p:cNvPr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428" name="Google Shape;4428;p59">
              <a:extLst>
                <a:ext uri="{FF2B5EF4-FFF2-40B4-BE49-F238E27FC236}">
                  <a16:creationId xmlns:a16="http://schemas.microsoft.com/office/drawing/2014/main" id="{AB079167-F4B8-2269-2CA9-DA85888D2F14}"/>
                </a:ext>
              </a:extLst>
            </p:cNvPr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429" name="Google Shape;4429;p59">
              <a:extLst>
                <a:ext uri="{FF2B5EF4-FFF2-40B4-BE49-F238E27FC236}">
                  <a16:creationId xmlns:a16="http://schemas.microsoft.com/office/drawing/2014/main" id="{FEAE1A3D-D75A-BC02-E81D-F515DD39D5B7}"/>
                </a:ext>
              </a:extLst>
            </p:cNvPr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430" name="Google Shape;4430;p59">
              <a:extLst>
                <a:ext uri="{FF2B5EF4-FFF2-40B4-BE49-F238E27FC236}">
                  <a16:creationId xmlns:a16="http://schemas.microsoft.com/office/drawing/2014/main" id="{EE1FE3E8-DC46-1715-4CEB-4ECC5F19053C}"/>
                </a:ext>
              </a:extLst>
            </p:cNvPr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431" name="Google Shape;4431;p59">
              <a:extLst>
                <a:ext uri="{FF2B5EF4-FFF2-40B4-BE49-F238E27FC236}">
                  <a16:creationId xmlns:a16="http://schemas.microsoft.com/office/drawing/2014/main" id="{AC63C182-667A-09A3-CA47-7896943BF323}"/>
                </a:ext>
              </a:extLst>
            </p:cNvPr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432" name="Google Shape;4432;p59">
              <a:extLst>
                <a:ext uri="{FF2B5EF4-FFF2-40B4-BE49-F238E27FC236}">
                  <a16:creationId xmlns:a16="http://schemas.microsoft.com/office/drawing/2014/main" id="{41AC920D-37A3-57F3-8D1E-AA3E88DD2FBA}"/>
                </a:ext>
              </a:extLst>
            </p:cNvPr>
            <p:cNvSpPr/>
            <p:nvPr/>
          </p:nvSpPr>
          <p:spPr>
            <a:xfrm>
              <a:off x="3799000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433" name="Google Shape;4433;p59">
              <a:extLst>
                <a:ext uri="{FF2B5EF4-FFF2-40B4-BE49-F238E27FC236}">
                  <a16:creationId xmlns:a16="http://schemas.microsoft.com/office/drawing/2014/main" id="{A36F96C1-9DF6-77B3-8C17-C863EA0ABECD}"/>
                </a:ext>
              </a:extLst>
            </p:cNvPr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434" name="Google Shape;4434;p59">
              <a:extLst>
                <a:ext uri="{FF2B5EF4-FFF2-40B4-BE49-F238E27FC236}">
                  <a16:creationId xmlns:a16="http://schemas.microsoft.com/office/drawing/2014/main" id="{B01A823D-DEBA-0DA8-3C96-DB5CC80D67B8}"/>
                </a:ext>
              </a:extLst>
            </p:cNvPr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435" name="Google Shape;4435;p59">
              <a:extLst>
                <a:ext uri="{FF2B5EF4-FFF2-40B4-BE49-F238E27FC236}">
                  <a16:creationId xmlns:a16="http://schemas.microsoft.com/office/drawing/2014/main" id="{EBA63EF1-FBD1-3FBC-5F65-7B76F6435AB8}"/>
                </a:ext>
              </a:extLst>
            </p:cNvPr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pic>
        <p:nvPicPr>
          <p:cNvPr id="4436" name="Google Shape;4436;p59">
            <a:extLst>
              <a:ext uri="{FF2B5EF4-FFF2-40B4-BE49-F238E27FC236}">
                <a16:creationId xmlns:a16="http://schemas.microsoft.com/office/drawing/2014/main" id="{C576691C-1131-1A59-250B-CA02CD6B66C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34" y="3583000"/>
            <a:ext cx="3837533" cy="255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7" name="Google Shape;4437;p59">
            <a:extLst>
              <a:ext uri="{FF2B5EF4-FFF2-40B4-BE49-F238E27FC236}">
                <a16:creationId xmlns:a16="http://schemas.microsoft.com/office/drawing/2014/main" id="{14F0E013-B41A-B730-18ED-83084E25FA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94400" y="593367"/>
            <a:ext cx="5978400" cy="987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3200" dirty="0">
                <a:latin typeface="Copperplate" panose="02000504000000020004" pitchFamily="2" charset="77"/>
              </a:rPr>
              <a:t>Exploratory Data Analysis</a:t>
            </a:r>
            <a:endParaRPr sz="3200" dirty="0">
              <a:latin typeface="Copperplate" panose="02000504000000020004" pitchFamily="2" charset="77"/>
            </a:endParaRPr>
          </a:p>
        </p:txBody>
      </p:sp>
      <p:pic>
        <p:nvPicPr>
          <p:cNvPr id="4444" name="Google Shape;4444;p59">
            <a:extLst>
              <a:ext uri="{FF2B5EF4-FFF2-40B4-BE49-F238E27FC236}">
                <a16:creationId xmlns:a16="http://schemas.microsoft.com/office/drawing/2014/main" id="{07AB3581-DD57-0C89-0EE9-8FD1C917392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9399" y="1684472"/>
            <a:ext cx="700180" cy="1108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5" name="Google Shape;4445;p59">
            <a:extLst>
              <a:ext uri="{FF2B5EF4-FFF2-40B4-BE49-F238E27FC236}">
                <a16:creationId xmlns:a16="http://schemas.microsoft.com/office/drawing/2014/main" id="{590223B3-CC3A-B264-7CFD-C91386A59AFF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96870" y="2792868"/>
            <a:ext cx="2674233" cy="2799953"/>
          </a:xfrm>
          <a:prstGeom prst="rect">
            <a:avLst/>
          </a:prstGeom>
          <a:noFill/>
          <a:ln>
            <a:noFill/>
          </a:ln>
        </p:spPr>
      </p:pic>
      <p:sp>
        <p:nvSpPr>
          <p:cNvPr id="4446" name="Google Shape;4446;p59">
            <a:extLst>
              <a:ext uri="{FF2B5EF4-FFF2-40B4-BE49-F238E27FC236}">
                <a16:creationId xmlns:a16="http://schemas.microsoft.com/office/drawing/2014/main" id="{4288E62E-3D63-3995-5430-E9AD419209B5}"/>
              </a:ext>
            </a:extLst>
          </p:cNvPr>
          <p:cNvSpPr/>
          <p:nvPr/>
        </p:nvSpPr>
        <p:spPr>
          <a:xfrm>
            <a:off x="13983451" y="3210500"/>
            <a:ext cx="2416400" cy="24172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pic>
        <p:nvPicPr>
          <p:cNvPr id="4447" name="Google Shape;4447;p59">
            <a:extLst>
              <a:ext uri="{FF2B5EF4-FFF2-40B4-BE49-F238E27FC236}">
                <a16:creationId xmlns:a16="http://schemas.microsoft.com/office/drawing/2014/main" id="{93D8AD69-1233-D321-A502-7FAA3A89C53D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15150" y="2993599"/>
            <a:ext cx="1161287" cy="1531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8" name="Google Shape;4448;p59">
            <a:extLst>
              <a:ext uri="{FF2B5EF4-FFF2-40B4-BE49-F238E27FC236}">
                <a16:creationId xmlns:a16="http://schemas.microsoft.com/office/drawing/2014/main" id="{B03B8F52-7BB3-B92C-42BD-B2E873AE262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34502" y="895299"/>
            <a:ext cx="1161300" cy="183839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DE8F8C9-476C-4D66-1A65-7479C870F368}"/>
              </a:ext>
            </a:extLst>
          </p:cNvPr>
          <p:cNvSpPr txBox="1"/>
          <p:nvPr/>
        </p:nvSpPr>
        <p:spPr>
          <a:xfrm>
            <a:off x="5404158" y="1481843"/>
            <a:ext cx="594641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Rockwell" panose="02060603020205020403" pitchFamily="18" charset="77"/>
              </a:rPr>
              <a:t>The dataset exhibits extreme class imbalance, with fraud cases forming a negligible portion of total transactions.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Rockwell" panose="02060603020205020403" pitchFamily="18" charset="77"/>
              </a:rPr>
              <a:t>Transaction amount show a skewed distribution, with most transactions clustered at lower class.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Rockwell" panose="02060603020205020403" pitchFamily="18" charset="77"/>
              </a:rPr>
              <a:t>Presence of outliers indicate unusual transaction behavior, often linked to fraud patterns.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Rockwell" panose="02060603020205020403" pitchFamily="18" charset="77"/>
              </a:rPr>
              <a:t>These insights highlight the need for specialized techniques to handle imbalance.</a:t>
            </a:r>
            <a:endParaRPr lang="en-IN" sz="1600" dirty="0">
              <a:solidFill>
                <a:schemeClr val="tx1"/>
              </a:solidFill>
              <a:latin typeface="Rockwell" panose="02060603020205020403" pitchFamily="18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76293E-2CA5-8F5C-BBE4-B075F18A0C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7451" y="3583000"/>
            <a:ext cx="3928471" cy="2946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6799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3">
          <a:extLst>
            <a:ext uri="{FF2B5EF4-FFF2-40B4-BE49-F238E27FC236}">
              <a16:creationId xmlns:a16="http://schemas.microsoft.com/office/drawing/2014/main" id="{663A64E7-697A-00BB-1616-CED945572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4" name="Google Shape;4834;p69">
            <a:extLst>
              <a:ext uri="{FF2B5EF4-FFF2-40B4-BE49-F238E27FC236}">
                <a16:creationId xmlns:a16="http://schemas.microsoft.com/office/drawing/2014/main" id="{13C9F680-FC96-A7A3-D2D8-BE77246A55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1033" y="593367"/>
            <a:ext cx="10290000" cy="552145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2800" dirty="0">
                <a:latin typeface="Copperplate" panose="02000504000000020004" pitchFamily="2" charset="77"/>
              </a:rPr>
              <a:t>Handling Class Imbalance</a:t>
            </a:r>
            <a:endParaRPr lang="en-IN" sz="2800" dirty="0">
              <a:latin typeface="Copperplate" panose="02000504000000020004" pitchFamily="2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39617B-3BE9-F6E6-5E37-5AD772D0F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2113" y="1339587"/>
            <a:ext cx="102900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b="1" dirty="0">
                <a:solidFill>
                  <a:schemeClr val="tx1"/>
                </a:solidFill>
                <a:latin typeface="Rockwell" panose="02060603020205020403" pitchFamily="18" charset="77"/>
              </a:rPr>
              <a:t>SMOTE (Synthetic Minority Oversampling Technique)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SMOTE is used to address the imbalance between legitimate and fraudulent transactions.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altLang="en-US" sz="1800" b="1" dirty="0">
                <a:solidFill>
                  <a:schemeClr val="tx1"/>
                </a:solidFill>
                <a:latin typeface="Rockwell" panose="02060603020205020403" pitchFamily="18" charset="77"/>
              </a:rPr>
              <a:t>It generates synthetic samples of the minority class by interpolating between existing instances.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This prevents the model from being biased towards the majority class.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altLang="en-US" sz="1800" b="1" dirty="0">
                <a:solidFill>
                  <a:schemeClr val="tx1"/>
                </a:solidFill>
                <a:latin typeface="Rockwell" panose="02060603020205020403" pitchFamily="18" charset="77"/>
              </a:rPr>
              <a:t>As, a result the model improves its ability to learn and detect fraud patterns effectively.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After </a:t>
            </a:r>
            <a:r>
              <a:rPr lang="en-US" altLang="en-US" sz="1800" b="1" dirty="0">
                <a:solidFill>
                  <a:schemeClr val="tx1"/>
                </a:solidFill>
                <a:latin typeface="Rockwell" panose="02060603020205020403" pitchFamily="18" charset="77"/>
              </a:rPr>
              <a:t>applying SMOTE , the dataset becomes more balanced, leading to better classification performance.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ckwell" panose="02060603020205020403" pitchFamily="18" charset="77"/>
            </a:endParaRPr>
          </a:p>
        </p:txBody>
      </p:sp>
      <p:grpSp>
        <p:nvGrpSpPr>
          <p:cNvPr id="4" name="Google Shape;4366;p59">
            <a:extLst>
              <a:ext uri="{FF2B5EF4-FFF2-40B4-BE49-F238E27FC236}">
                <a16:creationId xmlns:a16="http://schemas.microsoft.com/office/drawing/2014/main" id="{8134B431-EDBC-5EEA-06A3-3E2F5B8FDAED}"/>
              </a:ext>
            </a:extLst>
          </p:cNvPr>
          <p:cNvGrpSpPr/>
          <p:nvPr/>
        </p:nvGrpSpPr>
        <p:grpSpPr>
          <a:xfrm rot="19449727" flipH="1">
            <a:off x="13607716" y="17004482"/>
            <a:ext cx="12743521" cy="3840931"/>
            <a:chOff x="6972150" y="711750"/>
            <a:chExt cx="1039375" cy="339193"/>
          </a:xfrm>
        </p:grpSpPr>
        <p:sp>
          <p:nvSpPr>
            <p:cNvPr id="5" name="Google Shape;4367;p59">
              <a:extLst>
                <a:ext uri="{FF2B5EF4-FFF2-40B4-BE49-F238E27FC236}">
                  <a16:creationId xmlns:a16="http://schemas.microsoft.com/office/drawing/2014/main" id="{F951C872-DDF9-F22B-038D-6C4ECFE43BDE}"/>
                </a:ext>
              </a:extLst>
            </p:cNvPr>
            <p:cNvSpPr/>
            <p:nvPr/>
          </p:nvSpPr>
          <p:spPr>
            <a:xfrm>
              <a:off x="7952725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6" name="Google Shape;4368;p59">
              <a:extLst>
                <a:ext uri="{FF2B5EF4-FFF2-40B4-BE49-F238E27FC236}">
                  <a16:creationId xmlns:a16="http://schemas.microsoft.com/office/drawing/2014/main" id="{0C77D1D4-FD08-ADEA-226B-8441768534C7}"/>
                </a:ext>
              </a:extLst>
            </p:cNvPr>
            <p:cNvSpPr/>
            <p:nvPr/>
          </p:nvSpPr>
          <p:spPr>
            <a:xfrm>
              <a:off x="7774438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7" name="Google Shape;4369;p59">
              <a:extLst>
                <a:ext uri="{FF2B5EF4-FFF2-40B4-BE49-F238E27FC236}">
                  <a16:creationId xmlns:a16="http://schemas.microsoft.com/office/drawing/2014/main" id="{E1B06F0D-8E8F-14CF-4D2E-49172F361363}"/>
                </a:ext>
              </a:extLst>
            </p:cNvPr>
            <p:cNvSpPr/>
            <p:nvPr/>
          </p:nvSpPr>
          <p:spPr>
            <a:xfrm>
              <a:off x="7596152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" name="Google Shape;4370;p59">
              <a:extLst>
                <a:ext uri="{FF2B5EF4-FFF2-40B4-BE49-F238E27FC236}">
                  <a16:creationId xmlns:a16="http://schemas.microsoft.com/office/drawing/2014/main" id="{BBAAC7F1-349A-7E2F-6F91-2C6EDB59FC83}"/>
                </a:ext>
              </a:extLst>
            </p:cNvPr>
            <p:cNvSpPr/>
            <p:nvPr/>
          </p:nvSpPr>
          <p:spPr>
            <a:xfrm>
              <a:off x="7507009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" name="Google Shape;4371;p59">
              <a:extLst>
                <a:ext uri="{FF2B5EF4-FFF2-40B4-BE49-F238E27FC236}">
                  <a16:creationId xmlns:a16="http://schemas.microsoft.com/office/drawing/2014/main" id="{70C9D6EA-6C6D-D696-0FCD-0C2FD9ED6BB2}"/>
                </a:ext>
              </a:extLst>
            </p:cNvPr>
            <p:cNvSpPr/>
            <p:nvPr/>
          </p:nvSpPr>
          <p:spPr>
            <a:xfrm>
              <a:off x="7061293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" name="Google Shape;4372;p59">
              <a:extLst>
                <a:ext uri="{FF2B5EF4-FFF2-40B4-BE49-F238E27FC236}">
                  <a16:creationId xmlns:a16="http://schemas.microsoft.com/office/drawing/2014/main" id="{05AEBBBA-665B-F66D-B585-FB041DF8E1E6}"/>
                </a:ext>
              </a:extLst>
            </p:cNvPr>
            <p:cNvSpPr/>
            <p:nvPr/>
          </p:nvSpPr>
          <p:spPr>
            <a:xfrm>
              <a:off x="7150436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" name="Google Shape;4373;p59">
              <a:extLst>
                <a:ext uri="{FF2B5EF4-FFF2-40B4-BE49-F238E27FC236}">
                  <a16:creationId xmlns:a16="http://schemas.microsoft.com/office/drawing/2014/main" id="{72BCA04D-BBC0-87A1-8FB0-FDC9C0AE3F93}"/>
                </a:ext>
              </a:extLst>
            </p:cNvPr>
            <p:cNvSpPr/>
            <p:nvPr/>
          </p:nvSpPr>
          <p:spPr>
            <a:xfrm>
              <a:off x="6972150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2" name="Google Shape;4374;p59">
              <a:extLst>
                <a:ext uri="{FF2B5EF4-FFF2-40B4-BE49-F238E27FC236}">
                  <a16:creationId xmlns:a16="http://schemas.microsoft.com/office/drawing/2014/main" id="{70BE0804-6778-F20C-A8ED-ACED31DF2767}"/>
                </a:ext>
              </a:extLst>
            </p:cNvPr>
            <p:cNvSpPr/>
            <p:nvPr/>
          </p:nvSpPr>
          <p:spPr>
            <a:xfrm>
              <a:off x="786358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" name="Google Shape;4375;p59">
              <a:extLst>
                <a:ext uri="{FF2B5EF4-FFF2-40B4-BE49-F238E27FC236}">
                  <a16:creationId xmlns:a16="http://schemas.microsoft.com/office/drawing/2014/main" id="{E194B971-1C1A-5E2C-4631-93CFF4DE43F8}"/>
                </a:ext>
              </a:extLst>
            </p:cNvPr>
            <p:cNvSpPr/>
            <p:nvPr/>
          </p:nvSpPr>
          <p:spPr>
            <a:xfrm>
              <a:off x="795272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" name="Google Shape;4376;p59">
              <a:extLst>
                <a:ext uri="{FF2B5EF4-FFF2-40B4-BE49-F238E27FC236}">
                  <a16:creationId xmlns:a16="http://schemas.microsoft.com/office/drawing/2014/main" id="{32E2C927-241F-D89A-581A-4728688FB972}"/>
                </a:ext>
              </a:extLst>
            </p:cNvPr>
            <p:cNvSpPr/>
            <p:nvPr/>
          </p:nvSpPr>
          <p:spPr>
            <a:xfrm>
              <a:off x="759615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5" name="Google Shape;4377;p59">
              <a:extLst>
                <a:ext uri="{FF2B5EF4-FFF2-40B4-BE49-F238E27FC236}">
                  <a16:creationId xmlns:a16="http://schemas.microsoft.com/office/drawing/2014/main" id="{5E9767DA-2771-80CC-F74B-5B001F673289}"/>
                </a:ext>
              </a:extLst>
            </p:cNvPr>
            <p:cNvSpPr/>
            <p:nvPr/>
          </p:nvSpPr>
          <p:spPr>
            <a:xfrm>
              <a:off x="759615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" name="Google Shape;4378;p59">
              <a:extLst>
                <a:ext uri="{FF2B5EF4-FFF2-40B4-BE49-F238E27FC236}">
                  <a16:creationId xmlns:a16="http://schemas.microsoft.com/office/drawing/2014/main" id="{6A253157-E56F-106C-005F-DAD2E0E3E92D}"/>
                </a:ext>
              </a:extLst>
            </p:cNvPr>
            <p:cNvSpPr/>
            <p:nvPr/>
          </p:nvSpPr>
          <p:spPr>
            <a:xfrm>
              <a:off x="768529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7" name="Google Shape;4379;p59">
              <a:extLst>
                <a:ext uri="{FF2B5EF4-FFF2-40B4-BE49-F238E27FC236}">
                  <a16:creationId xmlns:a16="http://schemas.microsoft.com/office/drawing/2014/main" id="{DEE138A2-2C60-305F-7819-FC823E1600B9}"/>
                </a:ext>
              </a:extLst>
            </p:cNvPr>
            <p:cNvSpPr/>
            <p:nvPr/>
          </p:nvSpPr>
          <p:spPr>
            <a:xfrm>
              <a:off x="7685295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8" name="Google Shape;4380;p59">
              <a:extLst>
                <a:ext uri="{FF2B5EF4-FFF2-40B4-BE49-F238E27FC236}">
                  <a16:creationId xmlns:a16="http://schemas.microsoft.com/office/drawing/2014/main" id="{E45402D0-C3CF-B94D-10B0-B72E52BAE58D}"/>
                </a:ext>
              </a:extLst>
            </p:cNvPr>
            <p:cNvSpPr/>
            <p:nvPr/>
          </p:nvSpPr>
          <p:spPr>
            <a:xfrm>
              <a:off x="750700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9" name="Google Shape;4381;p59">
              <a:extLst>
                <a:ext uri="{FF2B5EF4-FFF2-40B4-BE49-F238E27FC236}">
                  <a16:creationId xmlns:a16="http://schemas.microsoft.com/office/drawing/2014/main" id="{3D659014-0A9B-79B2-F22A-2C1077475238}"/>
                </a:ext>
              </a:extLst>
            </p:cNvPr>
            <p:cNvSpPr/>
            <p:nvPr/>
          </p:nvSpPr>
          <p:spPr>
            <a:xfrm>
              <a:off x="7507009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20" name="Google Shape;4382;p59">
              <a:extLst>
                <a:ext uri="{FF2B5EF4-FFF2-40B4-BE49-F238E27FC236}">
                  <a16:creationId xmlns:a16="http://schemas.microsoft.com/office/drawing/2014/main" id="{6FE27AE1-5DA4-99E7-12F9-5DC4C2B308CD}"/>
                </a:ext>
              </a:extLst>
            </p:cNvPr>
            <p:cNvSpPr/>
            <p:nvPr/>
          </p:nvSpPr>
          <p:spPr>
            <a:xfrm>
              <a:off x="750700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21" name="Google Shape;4383;p59">
              <a:extLst>
                <a:ext uri="{FF2B5EF4-FFF2-40B4-BE49-F238E27FC236}">
                  <a16:creationId xmlns:a16="http://schemas.microsoft.com/office/drawing/2014/main" id="{F09D21E6-DEC1-9210-7CEF-9945E6F9F4D2}"/>
                </a:ext>
              </a:extLst>
            </p:cNvPr>
            <p:cNvSpPr/>
            <p:nvPr/>
          </p:nvSpPr>
          <p:spPr>
            <a:xfrm>
              <a:off x="732872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22" name="Google Shape;4384;p59">
              <a:extLst>
                <a:ext uri="{FF2B5EF4-FFF2-40B4-BE49-F238E27FC236}">
                  <a16:creationId xmlns:a16="http://schemas.microsoft.com/office/drawing/2014/main" id="{1FBF2EC1-F75D-BB93-D7FE-64B20F89FF98}"/>
                </a:ext>
              </a:extLst>
            </p:cNvPr>
            <p:cNvSpPr/>
            <p:nvPr/>
          </p:nvSpPr>
          <p:spPr>
            <a:xfrm>
              <a:off x="7328722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23" name="Google Shape;4385;p59">
              <a:extLst>
                <a:ext uri="{FF2B5EF4-FFF2-40B4-BE49-F238E27FC236}">
                  <a16:creationId xmlns:a16="http://schemas.microsoft.com/office/drawing/2014/main" id="{F2007C82-BCB6-70F1-8054-2293EFEC7BCC}"/>
                </a:ext>
              </a:extLst>
            </p:cNvPr>
            <p:cNvSpPr/>
            <p:nvPr/>
          </p:nvSpPr>
          <p:spPr>
            <a:xfrm>
              <a:off x="732872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24" name="Google Shape;4386;p59">
              <a:extLst>
                <a:ext uri="{FF2B5EF4-FFF2-40B4-BE49-F238E27FC236}">
                  <a16:creationId xmlns:a16="http://schemas.microsoft.com/office/drawing/2014/main" id="{7B3AA008-0217-8EE2-41EF-6A89DE6C01E9}"/>
                </a:ext>
              </a:extLst>
            </p:cNvPr>
            <p:cNvSpPr/>
            <p:nvPr/>
          </p:nvSpPr>
          <p:spPr>
            <a:xfrm>
              <a:off x="741786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25" name="Google Shape;4387;p59">
              <a:extLst>
                <a:ext uri="{FF2B5EF4-FFF2-40B4-BE49-F238E27FC236}">
                  <a16:creationId xmlns:a16="http://schemas.microsoft.com/office/drawing/2014/main" id="{A4F72EFF-512E-4E82-19CC-79D9FC80EF5C}"/>
                </a:ext>
              </a:extLst>
            </p:cNvPr>
            <p:cNvSpPr/>
            <p:nvPr/>
          </p:nvSpPr>
          <p:spPr>
            <a:xfrm>
              <a:off x="741786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26" name="Google Shape;4388;p59">
              <a:extLst>
                <a:ext uri="{FF2B5EF4-FFF2-40B4-BE49-F238E27FC236}">
                  <a16:creationId xmlns:a16="http://schemas.microsoft.com/office/drawing/2014/main" id="{82929B0A-95E6-35B6-5870-8317861DE751}"/>
                </a:ext>
              </a:extLst>
            </p:cNvPr>
            <p:cNvSpPr/>
            <p:nvPr/>
          </p:nvSpPr>
          <p:spPr>
            <a:xfrm>
              <a:off x="741786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27" name="Google Shape;4389;p59">
              <a:extLst>
                <a:ext uri="{FF2B5EF4-FFF2-40B4-BE49-F238E27FC236}">
                  <a16:creationId xmlns:a16="http://schemas.microsoft.com/office/drawing/2014/main" id="{33708651-6787-6D3F-93D5-EF43C9E5F71E}"/>
                </a:ext>
              </a:extLst>
            </p:cNvPr>
            <p:cNvSpPr/>
            <p:nvPr/>
          </p:nvSpPr>
          <p:spPr>
            <a:xfrm>
              <a:off x="723957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28" name="Google Shape;4390;p59">
              <a:extLst>
                <a:ext uri="{FF2B5EF4-FFF2-40B4-BE49-F238E27FC236}">
                  <a16:creationId xmlns:a16="http://schemas.microsoft.com/office/drawing/2014/main" id="{13FF3225-9BAF-F71C-6DBD-0C362592BBF3}"/>
                </a:ext>
              </a:extLst>
            </p:cNvPr>
            <p:cNvSpPr/>
            <p:nvPr/>
          </p:nvSpPr>
          <p:spPr>
            <a:xfrm>
              <a:off x="723957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29" name="Google Shape;4391;p59">
              <a:extLst>
                <a:ext uri="{FF2B5EF4-FFF2-40B4-BE49-F238E27FC236}">
                  <a16:creationId xmlns:a16="http://schemas.microsoft.com/office/drawing/2014/main" id="{7D5580D1-F9DF-FB4F-2AAF-B6504D8B7E1E}"/>
                </a:ext>
              </a:extLst>
            </p:cNvPr>
            <p:cNvSpPr/>
            <p:nvPr/>
          </p:nvSpPr>
          <p:spPr>
            <a:xfrm>
              <a:off x="7061293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0" name="Google Shape;4392;p59">
              <a:extLst>
                <a:ext uri="{FF2B5EF4-FFF2-40B4-BE49-F238E27FC236}">
                  <a16:creationId xmlns:a16="http://schemas.microsoft.com/office/drawing/2014/main" id="{3DE69B00-F5EE-58C3-197A-E5BBE95D015E}"/>
                </a:ext>
              </a:extLst>
            </p:cNvPr>
            <p:cNvSpPr/>
            <p:nvPr/>
          </p:nvSpPr>
          <p:spPr>
            <a:xfrm>
              <a:off x="7061293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1" name="Google Shape;4393;p59">
              <a:extLst>
                <a:ext uri="{FF2B5EF4-FFF2-40B4-BE49-F238E27FC236}">
                  <a16:creationId xmlns:a16="http://schemas.microsoft.com/office/drawing/2014/main" id="{4BC87BE5-A49F-8F7A-9018-E2E4A44A80A3}"/>
                </a:ext>
              </a:extLst>
            </p:cNvPr>
            <p:cNvSpPr/>
            <p:nvPr/>
          </p:nvSpPr>
          <p:spPr>
            <a:xfrm>
              <a:off x="715043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2" name="Google Shape;4394;p59">
              <a:extLst>
                <a:ext uri="{FF2B5EF4-FFF2-40B4-BE49-F238E27FC236}">
                  <a16:creationId xmlns:a16="http://schemas.microsoft.com/office/drawing/2014/main" id="{C56135F0-ABBD-AD9D-D270-2AD3B985C66D}"/>
                </a:ext>
              </a:extLst>
            </p:cNvPr>
            <p:cNvSpPr/>
            <p:nvPr/>
          </p:nvSpPr>
          <p:spPr>
            <a:xfrm>
              <a:off x="715043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3" name="Google Shape;4395;p59">
              <a:extLst>
                <a:ext uri="{FF2B5EF4-FFF2-40B4-BE49-F238E27FC236}">
                  <a16:creationId xmlns:a16="http://schemas.microsoft.com/office/drawing/2014/main" id="{18D89BF2-2538-3458-CCCC-170FCA605312}"/>
                </a:ext>
              </a:extLst>
            </p:cNvPr>
            <p:cNvSpPr/>
            <p:nvPr/>
          </p:nvSpPr>
          <p:spPr>
            <a:xfrm>
              <a:off x="715043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4" name="Google Shape;4396;p59">
              <a:extLst>
                <a:ext uri="{FF2B5EF4-FFF2-40B4-BE49-F238E27FC236}">
                  <a16:creationId xmlns:a16="http://schemas.microsoft.com/office/drawing/2014/main" id="{FE7CCCE4-69D8-A316-7FAB-F200D2E3F2FC}"/>
                </a:ext>
              </a:extLst>
            </p:cNvPr>
            <p:cNvSpPr/>
            <p:nvPr/>
          </p:nvSpPr>
          <p:spPr>
            <a:xfrm>
              <a:off x="6972150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5" name="Google Shape;4397;p59">
              <a:extLst>
                <a:ext uri="{FF2B5EF4-FFF2-40B4-BE49-F238E27FC236}">
                  <a16:creationId xmlns:a16="http://schemas.microsoft.com/office/drawing/2014/main" id="{C2B4E4B6-23A4-F80D-31C5-BE55F714F0C6}"/>
                </a:ext>
              </a:extLst>
            </p:cNvPr>
            <p:cNvSpPr/>
            <p:nvPr/>
          </p:nvSpPr>
          <p:spPr>
            <a:xfrm>
              <a:off x="6972150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6" name="Google Shape;4398;p59">
              <a:extLst>
                <a:ext uri="{FF2B5EF4-FFF2-40B4-BE49-F238E27FC236}">
                  <a16:creationId xmlns:a16="http://schemas.microsoft.com/office/drawing/2014/main" id="{D9ABBC26-1B9F-80E0-3DEC-4E54729BFB48}"/>
                </a:ext>
              </a:extLst>
            </p:cNvPr>
            <p:cNvSpPr/>
            <p:nvPr/>
          </p:nvSpPr>
          <p:spPr>
            <a:xfrm>
              <a:off x="6972150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pSp>
        <p:nvGrpSpPr>
          <p:cNvPr id="37" name="Google Shape;4399;p59">
            <a:extLst>
              <a:ext uri="{FF2B5EF4-FFF2-40B4-BE49-F238E27FC236}">
                <a16:creationId xmlns:a16="http://schemas.microsoft.com/office/drawing/2014/main" id="{A1D75A03-1AE1-4023-915C-7AC9FFFB9407}"/>
              </a:ext>
            </a:extLst>
          </p:cNvPr>
          <p:cNvGrpSpPr/>
          <p:nvPr/>
        </p:nvGrpSpPr>
        <p:grpSpPr>
          <a:xfrm rot="8649727">
            <a:off x="11556290" y="16528804"/>
            <a:ext cx="12743513" cy="3838628"/>
            <a:chOff x="3799000" y="1820400"/>
            <a:chExt cx="1039375" cy="338989"/>
          </a:xfrm>
        </p:grpSpPr>
        <p:sp>
          <p:nvSpPr>
            <p:cNvPr id="38" name="Google Shape;4400;p59">
              <a:extLst>
                <a:ext uri="{FF2B5EF4-FFF2-40B4-BE49-F238E27FC236}">
                  <a16:creationId xmlns:a16="http://schemas.microsoft.com/office/drawing/2014/main" id="{7E80EC78-A1A2-760A-2F0E-3F6205954AE8}"/>
                </a:ext>
              </a:extLst>
            </p:cNvPr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9" name="Google Shape;4401;p59">
              <a:extLst>
                <a:ext uri="{FF2B5EF4-FFF2-40B4-BE49-F238E27FC236}">
                  <a16:creationId xmlns:a16="http://schemas.microsoft.com/office/drawing/2014/main" id="{1A8EFBE7-E780-A425-95A3-E1DD051D7FB1}"/>
                </a:ext>
              </a:extLst>
            </p:cNvPr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0" name="Google Shape;4402;p59">
              <a:extLst>
                <a:ext uri="{FF2B5EF4-FFF2-40B4-BE49-F238E27FC236}">
                  <a16:creationId xmlns:a16="http://schemas.microsoft.com/office/drawing/2014/main" id="{EB0347C9-F658-EE3D-C792-9FA5B6CF70DF}"/>
                </a:ext>
              </a:extLst>
            </p:cNvPr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1" name="Google Shape;4403;p59">
              <a:extLst>
                <a:ext uri="{FF2B5EF4-FFF2-40B4-BE49-F238E27FC236}">
                  <a16:creationId xmlns:a16="http://schemas.microsoft.com/office/drawing/2014/main" id="{DD860230-355B-7E4B-E793-78D51255B93E}"/>
                </a:ext>
              </a:extLst>
            </p:cNvPr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2" name="Google Shape;4404;p59">
              <a:extLst>
                <a:ext uri="{FF2B5EF4-FFF2-40B4-BE49-F238E27FC236}">
                  <a16:creationId xmlns:a16="http://schemas.microsoft.com/office/drawing/2014/main" id="{997D0B2C-7F91-9A25-DB2D-69941C75307F}"/>
                </a:ext>
              </a:extLst>
            </p:cNvPr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3" name="Google Shape;4405;p59">
              <a:extLst>
                <a:ext uri="{FF2B5EF4-FFF2-40B4-BE49-F238E27FC236}">
                  <a16:creationId xmlns:a16="http://schemas.microsoft.com/office/drawing/2014/main" id="{2FA6E4C5-4897-DB1E-3835-2E48899EAF11}"/>
                </a:ext>
              </a:extLst>
            </p:cNvPr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4" name="Google Shape;4406;p59">
              <a:extLst>
                <a:ext uri="{FF2B5EF4-FFF2-40B4-BE49-F238E27FC236}">
                  <a16:creationId xmlns:a16="http://schemas.microsoft.com/office/drawing/2014/main" id="{2208983C-2881-4E35-499C-760F14FEFDCF}"/>
                </a:ext>
              </a:extLst>
            </p:cNvPr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5" name="Google Shape;4407;p59">
              <a:extLst>
                <a:ext uri="{FF2B5EF4-FFF2-40B4-BE49-F238E27FC236}">
                  <a16:creationId xmlns:a16="http://schemas.microsoft.com/office/drawing/2014/main" id="{373C8047-648A-AC34-9C23-0EE48CACFD07}"/>
                </a:ext>
              </a:extLst>
            </p:cNvPr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6" name="Google Shape;4408;p59">
              <a:extLst>
                <a:ext uri="{FF2B5EF4-FFF2-40B4-BE49-F238E27FC236}">
                  <a16:creationId xmlns:a16="http://schemas.microsoft.com/office/drawing/2014/main" id="{C8E7E7FA-0E1A-FC7B-C12B-6D4982F73457}"/>
                </a:ext>
              </a:extLst>
            </p:cNvPr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7" name="Google Shape;4409;p59">
              <a:extLst>
                <a:ext uri="{FF2B5EF4-FFF2-40B4-BE49-F238E27FC236}">
                  <a16:creationId xmlns:a16="http://schemas.microsoft.com/office/drawing/2014/main" id="{2F37C5C3-2E30-566E-5BBE-BC4A02AE7F95}"/>
                </a:ext>
              </a:extLst>
            </p:cNvPr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8" name="Google Shape;4410;p59">
              <a:extLst>
                <a:ext uri="{FF2B5EF4-FFF2-40B4-BE49-F238E27FC236}">
                  <a16:creationId xmlns:a16="http://schemas.microsoft.com/office/drawing/2014/main" id="{1B8BCF01-94C3-AC33-2BF3-C5B2F4F757C9}"/>
                </a:ext>
              </a:extLst>
            </p:cNvPr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9" name="Google Shape;4411;p59">
              <a:extLst>
                <a:ext uri="{FF2B5EF4-FFF2-40B4-BE49-F238E27FC236}">
                  <a16:creationId xmlns:a16="http://schemas.microsoft.com/office/drawing/2014/main" id="{3B109BB9-96BD-9646-5460-F5E7CCF0E594}"/>
                </a:ext>
              </a:extLst>
            </p:cNvPr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50" name="Google Shape;4412;p59">
              <a:extLst>
                <a:ext uri="{FF2B5EF4-FFF2-40B4-BE49-F238E27FC236}">
                  <a16:creationId xmlns:a16="http://schemas.microsoft.com/office/drawing/2014/main" id="{061B8BE2-5A7B-035D-04E7-69D655C4D8DB}"/>
                </a:ext>
              </a:extLst>
            </p:cNvPr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51" name="Google Shape;4413;p59">
              <a:extLst>
                <a:ext uri="{FF2B5EF4-FFF2-40B4-BE49-F238E27FC236}">
                  <a16:creationId xmlns:a16="http://schemas.microsoft.com/office/drawing/2014/main" id="{BA0BBCF3-E757-5831-8267-52F4007FBEB7}"/>
                </a:ext>
              </a:extLst>
            </p:cNvPr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52" name="Google Shape;4414;p59">
              <a:extLst>
                <a:ext uri="{FF2B5EF4-FFF2-40B4-BE49-F238E27FC236}">
                  <a16:creationId xmlns:a16="http://schemas.microsoft.com/office/drawing/2014/main" id="{BBD603E3-6A36-5C45-AB9D-37EE792F4AE9}"/>
                </a:ext>
              </a:extLst>
            </p:cNvPr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53" name="Google Shape;4415;p59">
              <a:extLst>
                <a:ext uri="{FF2B5EF4-FFF2-40B4-BE49-F238E27FC236}">
                  <a16:creationId xmlns:a16="http://schemas.microsoft.com/office/drawing/2014/main" id="{088F6277-8B04-4A83-EE9A-1AEFA0E8B368}"/>
                </a:ext>
              </a:extLst>
            </p:cNvPr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54" name="Google Shape;4416;p59">
              <a:extLst>
                <a:ext uri="{FF2B5EF4-FFF2-40B4-BE49-F238E27FC236}">
                  <a16:creationId xmlns:a16="http://schemas.microsoft.com/office/drawing/2014/main" id="{5D6B1E2D-664B-28E5-9F8D-0CA577FDC99E}"/>
                </a:ext>
              </a:extLst>
            </p:cNvPr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55" name="Google Shape;4417;p59">
              <a:extLst>
                <a:ext uri="{FF2B5EF4-FFF2-40B4-BE49-F238E27FC236}">
                  <a16:creationId xmlns:a16="http://schemas.microsoft.com/office/drawing/2014/main" id="{DA6FA297-D321-A8E6-3689-D0F24B04CC2F}"/>
                </a:ext>
              </a:extLst>
            </p:cNvPr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56" name="Google Shape;4418;p59">
              <a:extLst>
                <a:ext uri="{FF2B5EF4-FFF2-40B4-BE49-F238E27FC236}">
                  <a16:creationId xmlns:a16="http://schemas.microsoft.com/office/drawing/2014/main" id="{665AFA31-9D34-71F4-DA9B-6AFB9049C647}"/>
                </a:ext>
              </a:extLst>
            </p:cNvPr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57" name="Google Shape;4419;p59">
              <a:extLst>
                <a:ext uri="{FF2B5EF4-FFF2-40B4-BE49-F238E27FC236}">
                  <a16:creationId xmlns:a16="http://schemas.microsoft.com/office/drawing/2014/main" id="{C3871172-65C0-4341-5C9B-D7C06DE2C891}"/>
                </a:ext>
              </a:extLst>
            </p:cNvPr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58" name="Google Shape;4420;p59">
              <a:extLst>
                <a:ext uri="{FF2B5EF4-FFF2-40B4-BE49-F238E27FC236}">
                  <a16:creationId xmlns:a16="http://schemas.microsoft.com/office/drawing/2014/main" id="{7031050D-E292-073F-529D-CF5E82FC1A74}"/>
                </a:ext>
              </a:extLst>
            </p:cNvPr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59" name="Google Shape;4421;p59">
              <a:extLst>
                <a:ext uri="{FF2B5EF4-FFF2-40B4-BE49-F238E27FC236}">
                  <a16:creationId xmlns:a16="http://schemas.microsoft.com/office/drawing/2014/main" id="{9EEB87BD-B3C7-2C91-0313-AE189822E532}"/>
                </a:ext>
              </a:extLst>
            </p:cNvPr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60" name="Google Shape;4422;p59">
              <a:extLst>
                <a:ext uri="{FF2B5EF4-FFF2-40B4-BE49-F238E27FC236}">
                  <a16:creationId xmlns:a16="http://schemas.microsoft.com/office/drawing/2014/main" id="{F534A7AD-25A2-5642-D119-2310380085AB}"/>
                </a:ext>
              </a:extLst>
            </p:cNvPr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61" name="Google Shape;4423;p59">
              <a:extLst>
                <a:ext uri="{FF2B5EF4-FFF2-40B4-BE49-F238E27FC236}">
                  <a16:creationId xmlns:a16="http://schemas.microsoft.com/office/drawing/2014/main" id="{7A5CBC38-BCB7-5065-1180-E8A8BDC53415}"/>
                </a:ext>
              </a:extLst>
            </p:cNvPr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62" name="Google Shape;4424;p59">
              <a:extLst>
                <a:ext uri="{FF2B5EF4-FFF2-40B4-BE49-F238E27FC236}">
                  <a16:creationId xmlns:a16="http://schemas.microsoft.com/office/drawing/2014/main" id="{930AD9DD-2F29-4568-3B82-6B70780572D3}"/>
                </a:ext>
              </a:extLst>
            </p:cNvPr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63" name="Google Shape;4425;p59">
              <a:extLst>
                <a:ext uri="{FF2B5EF4-FFF2-40B4-BE49-F238E27FC236}">
                  <a16:creationId xmlns:a16="http://schemas.microsoft.com/office/drawing/2014/main" id="{D64B8240-D9D4-F88E-425F-CCFBF9CCD45D}"/>
                </a:ext>
              </a:extLst>
            </p:cNvPr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800" name="Google Shape;4426;p59">
              <a:extLst>
                <a:ext uri="{FF2B5EF4-FFF2-40B4-BE49-F238E27FC236}">
                  <a16:creationId xmlns:a16="http://schemas.microsoft.com/office/drawing/2014/main" id="{AC460AB0-3ECF-28EE-C601-AF72EC93AEFA}"/>
                </a:ext>
              </a:extLst>
            </p:cNvPr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801" name="Google Shape;4427;p59">
              <a:extLst>
                <a:ext uri="{FF2B5EF4-FFF2-40B4-BE49-F238E27FC236}">
                  <a16:creationId xmlns:a16="http://schemas.microsoft.com/office/drawing/2014/main" id="{B815922C-3ED3-9A9F-E422-A3EECD37FA6D}"/>
                </a:ext>
              </a:extLst>
            </p:cNvPr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802" name="Google Shape;4428;p59">
              <a:extLst>
                <a:ext uri="{FF2B5EF4-FFF2-40B4-BE49-F238E27FC236}">
                  <a16:creationId xmlns:a16="http://schemas.microsoft.com/office/drawing/2014/main" id="{6791C11A-8983-981E-3544-43D1BDE91A9C}"/>
                </a:ext>
              </a:extLst>
            </p:cNvPr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803" name="Google Shape;4429;p59">
              <a:extLst>
                <a:ext uri="{FF2B5EF4-FFF2-40B4-BE49-F238E27FC236}">
                  <a16:creationId xmlns:a16="http://schemas.microsoft.com/office/drawing/2014/main" id="{4E95365C-693E-19B2-0EDA-6A025841D624}"/>
                </a:ext>
              </a:extLst>
            </p:cNvPr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804" name="Google Shape;4430;p59">
              <a:extLst>
                <a:ext uri="{FF2B5EF4-FFF2-40B4-BE49-F238E27FC236}">
                  <a16:creationId xmlns:a16="http://schemas.microsoft.com/office/drawing/2014/main" id="{6B34C475-BA8C-4FA0-15C9-441ADCEBF139}"/>
                </a:ext>
              </a:extLst>
            </p:cNvPr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805" name="Google Shape;4431;p59">
              <a:extLst>
                <a:ext uri="{FF2B5EF4-FFF2-40B4-BE49-F238E27FC236}">
                  <a16:creationId xmlns:a16="http://schemas.microsoft.com/office/drawing/2014/main" id="{700FC37C-DD00-DEA9-6312-FDFA04836192}"/>
                </a:ext>
              </a:extLst>
            </p:cNvPr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806" name="Google Shape;4432;p59">
              <a:extLst>
                <a:ext uri="{FF2B5EF4-FFF2-40B4-BE49-F238E27FC236}">
                  <a16:creationId xmlns:a16="http://schemas.microsoft.com/office/drawing/2014/main" id="{63F646DF-ABEA-22DB-FA5F-CF0933A6F503}"/>
                </a:ext>
              </a:extLst>
            </p:cNvPr>
            <p:cNvSpPr/>
            <p:nvPr/>
          </p:nvSpPr>
          <p:spPr>
            <a:xfrm>
              <a:off x="3799000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807" name="Google Shape;4433;p59">
              <a:extLst>
                <a:ext uri="{FF2B5EF4-FFF2-40B4-BE49-F238E27FC236}">
                  <a16:creationId xmlns:a16="http://schemas.microsoft.com/office/drawing/2014/main" id="{FE49BA47-CF35-BDA4-3DE6-6C8DA064104C}"/>
                </a:ext>
              </a:extLst>
            </p:cNvPr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808" name="Google Shape;4434;p59">
              <a:extLst>
                <a:ext uri="{FF2B5EF4-FFF2-40B4-BE49-F238E27FC236}">
                  <a16:creationId xmlns:a16="http://schemas.microsoft.com/office/drawing/2014/main" id="{12FD0DA7-95D5-B507-EB23-A021D84B784F}"/>
                </a:ext>
              </a:extLst>
            </p:cNvPr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809" name="Google Shape;4435;p59">
              <a:extLst>
                <a:ext uri="{FF2B5EF4-FFF2-40B4-BE49-F238E27FC236}">
                  <a16:creationId xmlns:a16="http://schemas.microsoft.com/office/drawing/2014/main" id="{EA8E9901-3FFD-EAD8-79A8-A9E402DB2B3B}"/>
                </a:ext>
              </a:extLst>
            </p:cNvPr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pic>
        <p:nvPicPr>
          <p:cNvPr id="4810" name="Google Shape;4436;p59">
            <a:extLst>
              <a:ext uri="{FF2B5EF4-FFF2-40B4-BE49-F238E27FC236}">
                <a16:creationId xmlns:a16="http://schemas.microsoft.com/office/drawing/2014/main" id="{5B68495C-7E52-CE72-F8F1-885479F19F2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4049727">
            <a:off x="14563859" y="18381352"/>
            <a:ext cx="15206900" cy="109658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1" name="Google Shape;4444;p59">
            <a:extLst>
              <a:ext uri="{FF2B5EF4-FFF2-40B4-BE49-F238E27FC236}">
                <a16:creationId xmlns:a16="http://schemas.microsoft.com/office/drawing/2014/main" id="{34B2F03B-343E-7305-8C20-D5399AE80FF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4049727">
            <a:off x="18874970" y="13702318"/>
            <a:ext cx="2774586" cy="4755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2" name="Google Shape;4445;p59">
            <a:extLst>
              <a:ext uri="{FF2B5EF4-FFF2-40B4-BE49-F238E27FC236}">
                <a16:creationId xmlns:a16="http://schemas.microsoft.com/office/drawing/2014/main" id="{83520B95-5A1D-A550-5FB3-4BAB2C4A0822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4049727">
            <a:off x="15534139" y="16027719"/>
            <a:ext cx="10597119" cy="12013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3" name="Google Shape;4447;p59">
            <a:extLst>
              <a:ext uri="{FF2B5EF4-FFF2-40B4-BE49-F238E27FC236}">
                <a16:creationId xmlns:a16="http://schemas.microsoft.com/office/drawing/2014/main" id="{963FD2F5-608F-E9DD-C863-7DB5CCE55EB6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4049727">
            <a:off x="18072952" y="15276477"/>
            <a:ext cx="4601804" cy="6572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4" name="Google Shape;4448;p59">
            <a:extLst>
              <a:ext uri="{FF2B5EF4-FFF2-40B4-BE49-F238E27FC236}">
                <a16:creationId xmlns:a16="http://schemas.microsoft.com/office/drawing/2014/main" id="{E3282062-183D-C048-24EB-B52572F9BAC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4049727">
            <a:off x="18683270" y="12969055"/>
            <a:ext cx="4601856" cy="7887778"/>
          </a:xfrm>
          <a:prstGeom prst="rect">
            <a:avLst/>
          </a:prstGeom>
          <a:noFill/>
          <a:ln>
            <a:noFill/>
          </a:ln>
        </p:spPr>
      </p:pic>
      <p:sp>
        <p:nvSpPr>
          <p:cNvPr id="4815" name="Google Shape;3159;p39">
            <a:extLst>
              <a:ext uri="{FF2B5EF4-FFF2-40B4-BE49-F238E27FC236}">
                <a16:creationId xmlns:a16="http://schemas.microsoft.com/office/drawing/2014/main" id="{CF572D5E-3873-7F54-CD3C-1FF97121F553}"/>
              </a:ext>
            </a:extLst>
          </p:cNvPr>
          <p:cNvSpPr txBox="1">
            <a:spLocks/>
          </p:cNvSpPr>
          <p:nvPr/>
        </p:nvSpPr>
        <p:spPr>
          <a:xfrm rot="13442554">
            <a:off x="-15314204" y="-9641226"/>
            <a:ext cx="102900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9pPr>
          </a:lstStyle>
          <a:p>
            <a:r>
              <a:rPr lang="en-IN" sz="3200">
                <a:latin typeface="Copperplate" panose="02000504000000020004" pitchFamily="2" charset="77"/>
              </a:rPr>
              <a:t>Technical Breakdown: Risk &amp; Summary Logic</a:t>
            </a:r>
            <a:endParaRPr lang="en-IN" sz="3200" dirty="0">
              <a:latin typeface="Copperplate" panose="02000504000000020004" pitchFamily="2" charset="77"/>
            </a:endParaRPr>
          </a:p>
        </p:txBody>
      </p:sp>
      <p:grpSp>
        <p:nvGrpSpPr>
          <p:cNvPr id="4816" name="Google Shape;3164;p39">
            <a:extLst>
              <a:ext uri="{FF2B5EF4-FFF2-40B4-BE49-F238E27FC236}">
                <a16:creationId xmlns:a16="http://schemas.microsoft.com/office/drawing/2014/main" id="{5CB84911-FF50-E737-E341-6DA35DBDB574}"/>
              </a:ext>
            </a:extLst>
          </p:cNvPr>
          <p:cNvGrpSpPr/>
          <p:nvPr/>
        </p:nvGrpSpPr>
        <p:grpSpPr>
          <a:xfrm rot="13442554">
            <a:off x="-13412492" y="-10125413"/>
            <a:ext cx="2205911" cy="435499"/>
            <a:chOff x="7549958" y="-1584240"/>
            <a:chExt cx="1654433" cy="326624"/>
          </a:xfrm>
        </p:grpSpPr>
        <p:sp>
          <p:nvSpPr>
            <p:cNvPr id="4817" name="Google Shape;3165;p39">
              <a:extLst>
                <a:ext uri="{FF2B5EF4-FFF2-40B4-BE49-F238E27FC236}">
                  <a16:creationId xmlns:a16="http://schemas.microsoft.com/office/drawing/2014/main" id="{0AB1E970-1AEB-5BAF-7DF9-FDE8CF1B0D62}"/>
                </a:ext>
              </a:extLst>
            </p:cNvPr>
            <p:cNvSpPr/>
            <p:nvPr/>
          </p:nvSpPr>
          <p:spPr>
            <a:xfrm>
              <a:off x="9078371" y="-1584240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818" name="Google Shape;3166;p39">
              <a:extLst>
                <a:ext uri="{FF2B5EF4-FFF2-40B4-BE49-F238E27FC236}">
                  <a16:creationId xmlns:a16="http://schemas.microsoft.com/office/drawing/2014/main" id="{353A6C8E-B316-4DD8-D0FE-3BF30C380560}"/>
                </a:ext>
              </a:extLst>
            </p:cNvPr>
            <p:cNvSpPr/>
            <p:nvPr/>
          </p:nvSpPr>
          <p:spPr>
            <a:xfrm>
              <a:off x="8696268" y="-1584240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819" name="Google Shape;3167;p39">
              <a:extLst>
                <a:ext uri="{FF2B5EF4-FFF2-40B4-BE49-F238E27FC236}">
                  <a16:creationId xmlns:a16="http://schemas.microsoft.com/office/drawing/2014/main" id="{61E029F1-AF22-A681-2D01-C0B0EEF8F7AB}"/>
                </a:ext>
              </a:extLst>
            </p:cNvPr>
            <p:cNvSpPr/>
            <p:nvPr/>
          </p:nvSpPr>
          <p:spPr>
            <a:xfrm>
              <a:off x="8314164" y="-1584240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820" name="Google Shape;3168;p39">
              <a:extLst>
                <a:ext uri="{FF2B5EF4-FFF2-40B4-BE49-F238E27FC236}">
                  <a16:creationId xmlns:a16="http://schemas.microsoft.com/office/drawing/2014/main" id="{C22D5824-3EE8-19E1-6A45-F6E9D9CA5BDA}"/>
                </a:ext>
              </a:extLst>
            </p:cNvPr>
            <p:cNvSpPr/>
            <p:nvPr/>
          </p:nvSpPr>
          <p:spPr>
            <a:xfrm>
              <a:off x="8123113" y="-1584240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821" name="Google Shape;3169;p39">
              <a:extLst>
                <a:ext uri="{FF2B5EF4-FFF2-40B4-BE49-F238E27FC236}">
                  <a16:creationId xmlns:a16="http://schemas.microsoft.com/office/drawing/2014/main" id="{86B569BA-5FE8-2BA6-B0C5-30E504A830B5}"/>
                </a:ext>
              </a:extLst>
            </p:cNvPr>
            <p:cNvSpPr/>
            <p:nvPr/>
          </p:nvSpPr>
          <p:spPr>
            <a:xfrm>
              <a:off x="8887319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822" name="Google Shape;3170;p39">
              <a:extLst>
                <a:ext uri="{FF2B5EF4-FFF2-40B4-BE49-F238E27FC236}">
                  <a16:creationId xmlns:a16="http://schemas.microsoft.com/office/drawing/2014/main" id="{B3F2BF85-CD7E-47B7-3DC7-43C886724FC8}"/>
                </a:ext>
              </a:extLst>
            </p:cNvPr>
            <p:cNvSpPr/>
            <p:nvPr/>
          </p:nvSpPr>
          <p:spPr>
            <a:xfrm>
              <a:off x="9078371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823" name="Google Shape;3171;p39">
              <a:extLst>
                <a:ext uri="{FF2B5EF4-FFF2-40B4-BE49-F238E27FC236}">
                  <a16:creationId xmlns:a16="http://schemas.microsoft.com/office/drawing/2014/main" id="{79942800-E2F3-087B-E651-D95EF9F1FDE1}"/>
                </a:ext>
              </a:extLst>
            </p:cNvPr>
            <p:cNvSpPr/>
            <p:nvPr/>
          </p:nvSpPr>
          <p:spPr>
            <a:xfrm>
              <a:off x="8314164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824" name="Google Shape;3172;p39">
              <a:extLst>
                <a:ext uri="{FF2B5EF4-FFF2-40B4-BE49-F238E27FC236}">
                  <a16:creationId xmlns:a16="http://schemas.microsoft.com/office/drawing/2014/main" id="{36645B00-0D26-B64C-11A6-14A1E99D38E7}"/>
                </a:ext>
              </a:extLst>
            </p:cNvPr>
            <p:cNvSpPr/>
            <p:nvPr/>
          </p:nvSpPr>
          <p:spPr>
            <a:xfrm>
              <a:off x="8505216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825" name="Google Shape;3173;p39">
              <a:extLst>
                <a:ext uri="{FF2B5EF4-FFF2-40B4-BE49-F238E27FC236}">
                  <a16:creationId xmlns:a16="http://schemas.microsoft.com/office/drawing/2014/main" id="{42E61714-CE65-C85A-6BF1-085E97B3B66B}"/>
                </a:ext>
              </a:extLst>
            </p:cNvPr>
            <p:cNvSpPr/>
            <p:nvPr/>
          </p:nvSpPr>
          <p:spPr>
            <a:xfrm>
              <a:off x="8123113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826" name="Google Shape;3174;p39">
              <a:extLst>
                <a:ext uri="{FF2B5EF4-FFF2-40B4-BE49-F238E27FC236}">
                  <a16:creationId xmlns:a16="http://schemas.microsoft.com/office/drawing/2014/main" id="{CCBF2C9F-EBDB-1B3A-8DDB-ED9845A13CA5}"/>
                </a:ext>
              </a:extLst>
            </p:cNvPr>
            <p:cNvSpPr/>
            <p:nvPr/>
          </p:nvSpPr>
          <p:spPr>
            <a:xfrm>
              <a:off x="7741009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827" name="Google Shape;3175;p39">
              <a:extLst>
                <a:ext uri="{FF2B5EF4-FFF2-40B4-BE49-F238E27FC236}">
                  <a16:creationId xmlns:a16="http://schemas.microsoft.com/office/drawing/2014/main" id="{169DB76E-D2BA-DF21-9DDC-BB4F698A2407}"/>
                </a:ext>
              </a:extLst>
            </p:cNvPr>
            <p:cNvSpPr/>
            <p:nvPr/>
          </p:nvSpPr>
          <p:spPr>
            <a:xfrm>
              <a:off x="7932061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4828" name="Google Shape;3176;p39">
              <a:extLst>
                <a:ext uri="{FF2B5EF4-FFF2-40B4-BE49-F238E27FC236}">
                  <a16:creationId xmlns:a16="http://schemas.microsoft.com/office/drawing/2014/main" id="{A07F06D3-B08A-D63C-6EF2-8ECBB551720A}"/>
                </a:ext>
              </a:extLst>
            </p:cNvPr>
            <p:cNvSpPr/>
            <p:nvPr/>
          </p:nvSpPr>
          <p:spPr>
            <a:xfrm>
              <a:off x="7549958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sp>
        <p:nvSpPr>
          <p:cNvPr id="4829" name="Rectangle 1">
            <a:extLst>
              <a:ext uri="{FF2B5EF4-FFF2-40B4-BE49-F238E27FC236}">
                <a16:creationId xmlns:a16="http://schemas.microsoft.com/office/drawing/2014/main" id="{1953F5F9-95AD-795D-8BD9-A0E1E74B497B}"/>
              </a:ext>
            </a:extLst>
          </p:cNvPr>
          <p:cNvSpPr>
            <a:spLocks noChangeArrowheads="1"/>
          </p:cNvSpPr>
          <p:nvPr/>
        </p:nvSpPr>
        <p:spPr bwMode="auto">
          <a:xfrm rot="13442554">
            <a:off x="-15314270" y="-8794525"/>
            <a:ext cx="1029000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 Human-Centric Categorization: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 The backend translates raw percentages into a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"Traffic Light" risk system:</a:t>
            </a:r>
          </a:p>
          <a:p>
            <a:pPr marL="285750" lvl="8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HIGH (&gt;80%):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 Immediate red flag; likely unauthorized access or stolen credentials.</a:t>
            </a:r>
          </a:p>
          <a:p>
            <a:pPr marL="285750" lvl="8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MEDIUM (50-80%):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 Anomalous behavior; requires secondary authentication or manual review.</a:t>
            </a:r>
          </a:p>
          <a:p>
            <a:pPr marL="285750" lvl="8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LOW (&lt;50%):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 Verified pattern; standard transaction.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ckwell" panose="02060603020205020403" pitchFamily="18" charset="7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 Strategic Summary Logic: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</a:b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</a:b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</a:b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</a:b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</a:b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ckwell" panose="02060603020205020403" pitchFamily="18" charset="7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 JSON Response: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 The data is sent as a structured object, making it easy for any UI to display results dynamically.</a:t>
            </a:r>
          </a:p>
        </p:txBody>
      </p:sp>
      <p:pic>
        <p:nvPicPr>
          <p:cNvPr id="4830" name="Picture 4829">
            <a:extLst>
              <a:ext uri="{FF2B5EF4-FFF2-40B4-BE49-F238E27FC236}">
                <a16:creationId xmlns:a16="http://schemas.microsoft.com/office/drawing/2014/main" id="{BA4819D1-CB0C-2B74-2BB1-B81C6F4142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3442554">
            <a:off x="-15062763" y="-6296392"/>
            <a:ext cx="4319483" cy="1380989"/>
          </a:xfrm>
          <a:prstGeom prst="rect">
            <a:avLst/>
          </a:prstGeom>
        </p:spPr>
      </p:pic>
      <p:pic>
        <p:nvPicPr>
          <p:cNvPr id="4832" name="Picture 4831">
            <a:extLst>
              <a:ext uri="{FF2B5EF4-FFF2-40B4-BE49-F238E27FC236}">
                <a16:creationId xmlns:a16="http://schemas.microsoft.com/office/drawing/2014/main" id="{0F77AFD6-9E8A-7B83-21D9-B6414ED196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7107" y="3982948"/>
            <a:ext cx="3275763" cy="258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264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9" name="Google Shape;3159;p39"/>
          <p:cNvSpPr txBox="1">
            <a:spLocks noGrp="1"/>
          </p:cNvSpPr>
          <p:nvPr>
            <p:ph type="title"/>
          </p:nvPr>
        </p:nvSpPr>
        <p:spPr>
          <a:xfrm>
            <a:off x="2505511" y="616618"/>
            <a:ext cx="7422260" cy="55597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3200" dirty="0">
                <a:latin typeface="Copperplate" panose="02000504000000020004" pitchFamily="2" charset="77"/>
              </a:rPr>
              <a:t>Machine Learning Models</a:t>
            </a:r>
          </a:p>
        </p:txBody>
      </p:sp>
      <p:grpSp>
        <p:nvGrpSpPr>
          <p:cNvPr id="3164" name="Google Shape;3164;p39"/>
          <p:cNvGrpSpPr/>
          <p:nvPr/>
        </p:nvGrpSpPr>
        <p:grpSpPr>
          <a:xfrm>
            <a:off x="2852745" y="109180"/>
            <a:ext cx="2205911" cy="435499"/>
            <a:chOff x="7549958" y="-1584240"/>
            <a:chExt cx="1654433" cy="326624"/>
          </a:xfrm>
        </p:grpSpPr>
        <p:sp>
          <p:nvSpPr>
            <p:cNvPr id="3165" name="Google Shape;3165;p39"/>
            <p:cNvSpPr/>
            <p:nvPr/>
          </p:nvSpPr>
          <p:spPr>
            <a:xfrm>
              <a:off x="9078371" y="-1584240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166" name="Google Shape;3166;p39"/>
            <p:cNvSpPr/>
            <p:nvPr/>
          </p:nvSpPr>
          <p:spPr>
            <a:xfrm>
              <a:off x="8696268" y="-1584240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167" name="Google Shape;3167;p39"/>
            <p:cNvSpPr/>
            <p:nvPr/>
          </p:nvSpPr>
          <p:spPr>
            <a:xfrm>
              <a:off x="8314164" y="-1584240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168" name="Google Shape;3168;p39"/>
            <p:cNvSpPr/>
            <p:nvPr/>
          </p:nvSpPr>
          <p:spPr>
            <a:xfrm>
              <a:off x="8123113" y="-1584240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169" name="Google Shape;3169;p39"/>
            <p:cNvSpPr/>
            <p:nvPr/>
          </p:nvSpPr>
          <p:spPr>
            <a:xfrm>
              <a:off x="8887319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170" name="Google Shape;3170;p39"/>
            <p:cNvSpPr/>
            <p:nvPr/>
          </p:nvSpPr>
          <p:spPr>
            <a:xfrm>
              <a:off x="9078371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171" name="Google Shape;3171;p39"/>
            <p:cNvSpPr/>
            <p:nvPr/>
          </p:nvSpPr>
          <p:spPr>
            <a:xfrm>
              <a:off x="8314164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172" name="Google Shape;3172;p39"/>
            <p:cNvSpPr/>
            <p:nvPr/>
          </p:nvSpPr>
          <p:spPr>
            <a:xfrm>
              <a:off x="8505216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173" name="Google Shape;3173;p39"/>
            <p:cNvSpPr/>
            <p:nvPr/>
          </p:nvSpPr>
          <p:spPr>
            <a:xfrm>
              <a:off x="8123113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174" name="Google Shape;3174;p39"/>
            <p:cNvSpPr/>
            <p:nvPr/>
          </p:nvSpPr>
          <p:spPr>
            <a:xfrm>
              <a:off x="7741009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175" name="Google Shape;3175;p39"/>
            <p:cNvSpPr/>
            <p:nvPr/>
          </p:nvSpPr>
          <p:spPr>
            <a:xfrm>
              <a:off x="7932061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3176" name="Google Shape;3176;p39"/>
            <p:cNvSpPr/>
            <p:nvPr/>
          </p:nvSpPr>
          <p:spPr>
            <a:xfrm>
              <a:off x="7549958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19A7E01F-8630-E01D-7697-FF80FDFAD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8317" y="1779590"/>
            <a:ext cx="9083710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Models Implemented: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b="1" dirty="0">
              <a:solidFill>
                <a:schemeClr val="tx1"/>
              </a:solidFill>
              <a:latin typeface="Rockwell" panose="02060603020205020403" pitchFamily="18" charset="7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Logistic Regression: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altLang="en-US" sz="1800" dirty="0">
                <a:solidFill>
                  <a:schemeClr val="tx1"/>
                </a:solidFill>
                <a:latin typeface="Rockwell" panose="02060603020205020403" pitchFamily="18" charset="77"/>
              </a:rPr>
              <a:t>A linear classification model used as a baseline for comparison.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altLang="en-US" sz="1800" dirty="0">
                <a:solidFill>
                  <a:schemeClr val="tx1"/>
                </a:solidFill>
                <a:latin typeface="Rockwell" panose="02060603020205020403" pitchFamily="18" charset="77"/>
              </a:rPr>
              <a:t>Computationally efficient and easy to interpret.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altLang="en-US" sz="1800" dirty="0">
                <a:solidFill>
                  <a:schemeClr val="tx1"/>
                </a:solidFill>
                <a:latin typeface="Rockwell" panose="02060603020205020403" pitchFamily="18" charset="77"/>
              </a:rPr>
              <a:t>Limited in capturing complex, non-linear relationships in data.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ckwell" panose="02060603020205020403" pitchFamily="18" charset="77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b="1" dirty="0">
                <a:solidFill>
                  <a:schemeClr val="tx1"/>
                </a:solidFill>
                <a:latin typeface="Rockwell" panose="02060603020205020403" pitchFamily="18" charset="77"/>
              </a:rPr>
              <a:t>Random Forest: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An ensemble</a:t>
            </a:r>
            <a:r>
              <a:rPr lang="en-US" altLang="en-US" sz="1800" dirty="0">
                <a:solidFill>
                  <a:schemeClr val="tx1"/>
                </a:solidFill>
                <a:latin typeface="Rockwell" panose="02060603020205020403" pitchFamily="18" charset="77"/>
              </a:rPr>
              <a:t> learning algorithm that builds multiple decision trees.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Combines predictions using majority voting.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altLang="en-US" sz="1800" dirty="0">
                <a:solidFill>
                  <a:schemeClr val="tx1"/>
                </a:solidFill>
                <a:latin typeface="Rockwell" panose="02060603020205020403" pitchFamily="18" charset="77"/>
              </a:rPr>
              <a:t>Capable of capturing complex and non-linear patterns.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Provides improved accuracy and robustness compared to si</a:t>
            </a:r>
            <a:r>
              <a:rPr lang="en-US" altLang="en-US" sz="1800" dirty="0">
                <a:solidFill>
                  <a:schemeClr val="tx1"/>
                </a:solidFill>
                <a:latin typeface="Rockwell" panose="02060603020205020403" pitchFamily="18" charset="77"/>
              </a:rPr>
              <a:t>ngle models.</a:t>
            </a:r>
            <a:b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</a:br>
            <a:b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</a:b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</a:b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</a:b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</a:b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ckwell" panose="02060603020205020403" pitchFamily="18" charset="77"/>
            </a:endParaRPr>
          </a:p>
        </p:txBody>
      </p:sp>
      <p:sp>
        <p:nvSpPr>
          <p:cNvPr id="6" name="Google Shape;4834;p69">
            <a:extLst>
              <a:ext uri="{FF2B5EF4-FFF2-40B4-BE49-F238E27FC236}">
                <a16:creationId xmlns:a16="http://schemas.microsoft.com/office/drawing/2014/main" id="{A3A3B5C2-8EE8-0914-FB2E-E99A05173A02}"/>
              </a:ext>
            </a:extLst>
          </p:cNvPr>
          <p:cNvSpPr txBox="1">
            <a:spLocks/>
          </p:cNvSpPr>
          <p:nvPr/>
        </p:nvSpPr>
        <p:spPr>
          <a:xfrm rot="6146485">
            <a:off x="14389943" y="10679476"/>
            <a:ext cx="102900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9pPr>
          </a:lstStyle>
          <a:p>
            <a:r>
              <a:rPr lang="en-IN" sz="2800">
                <a:latin typeface="Copperplate" panose="02000504000000020004" pitchFamily="2" charset="77"/>
              </a:rPr>
              <a:t>Technical Breakdown: The Analysis API (app.py)</a:t>
            </a:r>
            <a:endParaRPr lang="en-IN" sz="2800" dirty="0">
              <a:latin typeface="Copperplate" panose="02000504000000020004" pitchFamily="2" charset="77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7E36DD-CD03-2508-F51D-E3C5AF4F49FD}"/>
              </a:ext>
            </a:extLst>
          </p:cNvPr>
          <p:cNvSpPr>
            <a:spLocks noChangeArrowheads="1"/>
          </p:cNvSpPr>
          <p:nvPr/>
        </p:nvSpPr>
        <p:spPr bwMode="auto">
          <a:xfrm rot="6146485">
            <a:off x="14389910" y="11664676"/>
            <a:ext cx="102900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 Request Handling: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 The @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app.route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('/analyze') function manages the POST request, ensuring the file is valid and readable.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ckwell" panose="02060603020205020403" pitchFamily="18" charset="7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 Data Orchestration: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 Converting the raw CSV buffer into a structured Pandas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DataFrame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 for high-speed feature extraction.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ckwell" panose="02060603020205020403" pitchFamily="18" charset="7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 Model Inference: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ckwell" panose="02060603020205020403" pitchFamily="18" charset="7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ckwell" panose="02060603020205020403" pitchFamily="18" charset="7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874FEC-3F16-57AE-570D-63063B98F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146485">
            <a:off x="14542152" y="13818176"/>
            <a:ext cx="5774902" cy="1863663"/>
          </a:xfrm>
          <a:prstGeom prst="rect">
            <a:avLst/>
          </a:prstGeom>
        </p:spPr>
      </p:pic>
      <p:sp>
        <p:nvSpPr>
          <p:cNvPr id="9" name="Google Shape;5127;p73">
            <a:extLst>
              <a:ext uri="{FF2B5EF4-FFF2-40B4-BE49-F238E27FC236}">
                <a16:creationId xmlns:a16="http://schemas.microsoft.com/office/drawing/2014/main" id="{5A41E750-A36E-6605-AEEC-136C2C9408AD}"/>
              </a:ext>
            </a:extLst>
          </p:cNvPr>
          <p:cNvSpPr txBox="1">
            <a:spLocks/>
          </p:cNvSpPr>
          <p:nvPr/>
        </p:nvSpPr>
        <p:spPr>
          <a:xfrm rot="9553764">
            <a:off x="-13332823" y="-7610884"/>
            <a:ext cx="10290000" cy="3164576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1800" b="1">
                <a:latin typeface="Rockwell" panose="02060603020205020403" pitchFamily="18" charset="77"/>
              </a:rPr>
              <a:t>Data Minimization:</a:t>
            </a:r>
            <a:r>
              <a:rPr lang="en-IN" sz="1800">
                <a:latin typeface="Rockwell" panose="02060603020205020403" pitchFamily="18" charset="77"/>
              </a:rPr>
              <a:t> Adhering to the principle that only the minimum data required for a specific purpose (fraud detection) should be processed.</a:t>
            </a:r>
            <a:br>
              <a:rPr lang="en-IN" sz="1800">
                <a:latin typeface="Rockwell" panose="02060603020205020403" pitchFamily="18" charset="77"/>
              </a:rPr>
            </a:br>
            <a:endParaRPr lang="en-IN" sz="1800">
              <a:latin typeface="Rockwell" panose="02060603020205020403" pitchFamily="18" charset="77"/>
            </a:endParaRPr>
          </a:p>
          <a:p>
            <a:r>
              <a:rPr lang="en-IN" sz="1800" b="1">
                <a:latin typeface="Rockwell" panose="02060603020205020403" pitchFamily="18" charset="77"/>
              </a:rPr>
              <a:t>Volatile Processing:</a:t>
            </a:r>
            <a:r>
              <a:rPr lang="en-IN" sz="1800">
                <a:latin typeface="Rockwell" panose="02060603020205020403" pitchFamily="18" charset="77"/>
              </a:rPr>
              <a:t> Data is handled in RAM and not permanently written to the server's disk, significantly reducing the "Attack Surface" for data breaches.</a:t>
            </a:r>
            <a:br>
              <a:rPr lang="en-IN" sz="1800">
                <a:latin typeface="Rockwell" panose="02060603020205020403" pitchFamily="18" charset="77"/>
              </a:rPr>
            </a:br>
            <a:endParaRPr lang="en-IN" sz="1800">
              <a:latin typeface="Rockwell" panose="02060603020205020403" pitchFamily="18" charset="77"/>
            </a:endParaRPr>
          </a:p>
          <a:p>
            <a:r>
              <a:rPr lang="en-IN" sz="1800" b="1">
                <a:latin typeface="Rockwell" panose="02060603020205020403" pitchFamily="18" charset="77"/>
              </a:rPr>
              <a:t>IT Act &amp; DPDP 2023:</a:t>
            </a:r>
            <a:r>
              <a:rPr lang="en-IN" sz="1800">
                <a:latin typeface="Rockwell" panose="02060603020205020403" pitchFamily="18" charset="77"/>
              </a:rPr>
              <a:t> The system is designed to provide "Reasonable Security" under Section 43A of the IT Act while respecting the consent and privacy mandates of the new Digital Personal Data Protection Act.</a:t>
            </a:r>
            <a:br>
              <a:rPr lang="en-IN" sz="1800">
                <a:latin typeface="Rockwell" panose="02060603020205020403" pitchFamily="18" charset="77"/>
              </a:rPr>
            </a:br>
            <a:endParaRPr lang="en-IN" sz="1800">
              <a:latin typeface="Rockwell" panose="02060603020205020403" pitchFamily="18" charset="77"/>
            </a:endParaRPr>
          </a:p>
          <a:p>
            <a:r>
              <a:rPr lang="en-IN" sz="1800" b="1">
                <a:latin typeface="Rockwell" panose="02060603020205020403" pitchFamily="18" charset="77"/>
              </a:rPr>
              <a:t>Input Sanitization:</a:t>
            </a:r>
            <a:r>
              <a:rPr lang="en-IN" sz="1800">
                <a:latin typeface="Rockwell" panose="02060603020205020403" pitchFamily="18" charset="77"/>
              </a:rPr>
              <a:t> Strict validation of CSV structures prevents common exploits like CSV Injection or Malicious File Uploads.</a:t>
            </a:r>
            <a:endParaRPr lang="en-IN" sz="1800" dirty="0">
              <a:latin typeface="Rockwell" panose="02060603020205020403" pitchFamily="18" charset="77"/>
            </a:endParaRPr>
          </a:p>
        </p:txBody>
      </p:sp>
      <p:sp>
        <p:nvSpPr>
          <p:cNvPr id="10" name="Google Shape;5128;p73">
            <a:extLst>
              <a:ext uri="{FF2B5EF4-FFF2-40B4-BE49-F238E27FC236}">
                <a16:creationId xmlns:a16="http://schemas.microsoft.com/office/drawing/2014/main" id="{A03C0F40-00F7-6856-B657-B81049F6543C}"/>
              </a:ext>
            </a:extLst>
          </p:cNvPr>
          <p:cNvSpPr txBox="1">
            <a:spLocks/>
          </p:cNvSpPr>
          <p:nvPr/>
        </p:nvSpPr>
        <p:spPr>
          <a:xfrm rot="9553764">
            <a:off x="-13332823" y="-8598484"/>
            <a:ext cx="10290000" cy="9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9pPr>
          </a:lstStyle>
          <a:p>
            <a:r>
              <a:rPr lang="en-IN" sz="3200">
                <a:latin typeface="Copperplate" panose="02000504000000020004" pitchFamily="2" charset="77"/>
              </a:rPr>
              <a:t>Cybersecurity, Privacy &amp; DPDP Compliance</a:t>
            </a:r>
            <a:endParaRPr lang="en-IN" sz="3200" dirty="0">
              <a:latin typeface="Copperplate" panose="02000504000000020004" pitchFamily="2" charset="77"/>
            </a:endParaRPr>
          </a:p>
        </p:txBody>
      </p:sp>
      <p:pic>
        <p:nvPicPr>
          <p:cNvPr id="11" name="Google Shape;5129;p73">
            <a:extLst>
              <a:ext uri="{FF2B5EF4-FFF2-40B4-BE49-F238E27FC236}">
                <a16:creationId xmlns:a16="http://schemas.microsoft.com/office/drawing/2014/main" id="{50944169-7B47-10E4-AB9A-DF1055FF385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7768846">
            <a:off x="24681504" y="-1678676"/>
            <a:ext cx="1794601" cy="3911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5130;p73">
            <a:extLst>
              <a:ext uri="{FF2B5EF4-FFF2-40B4-BE49-F238E27FC236}">
                <a16:creationId xmlns:a16="http://schemas.microsoft.com/office/drawing/2014/main" id="{D23F6E71-7A7F-F669-96EC-5E039776C526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7768846">
            <a:off x="14275637" y="13071484"/>
            <a:ext cx="1772630" cy="39117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5131;p73">
            <a:extLst>
              <a:ext uri="{FF2B5EF4-FFF2-40B4-BE49-F238E27FC236}">
                <a16:creationId xmlns:a16="http://schemas.microsoft.com/office/drawing/2014/main" id="{882C1938-839C-06D5-245A-DFB9559272BA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7768846">
            <a:off x="-8956202" y="1993725"/>
            <a:ext cx="2773776" cy="3911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5132;p73">
            <a:extLst>
              <a:ext uri="{FF2B5EF4-FFF2-40B4-BE49-F238E27FC236}">
                <a16:creationId xmlns:a16="http://schemas.microsoft.com/office/drawing/2014/main" id="{C7E7C73C-1E58-DD0D-624A-A784C8FE8013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7768846">
            <a:off x="2933457" y="-8615491"/>
            <a:ext cx="3063426" cy="2554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6">
          <a:extLst>
            <a:ext uri="{FF2B5EF4-FFF2-40B4-BE49-F238E27FC236}">
              <a16:creationId xmlns:a16="http://schemas.microsoft.com/office/drawing/2014/main" id="{68E29F91-F630-382E-F728-5BF6C80F2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Google Shape;5127;p73">
            <a:extLst>
              <a:ext uri="{FF2B5EF4-FFF2-40B4-BE49-F238E27FC236}">
                <a16:creationId xmlns:a16="http://schemas.microsoft.com/office/drawing/2014/main" id="{D680B0F7-6EC5-C8BE-60F8-DFE6363D90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44365" y="1124689"/>
            <a:ext cx="10290000" cy="3164576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86262" indent="0">
              <a:buNone/>
            </a:pPr>
            <a:r>
              <a:rPr lang="en-US" sz="1800" b="1" dirty="0">
                <a:latin typeface="Rockwell" panose="02060603020205020403" pitchFamily="18" charset="77"/>
              </a:rPr>
              <a:t>S</a:t>
            </a:r>
            <a:r>
              <a:rPr lang="en-IN" sz="1800" b="1" dirty="0">
                <a:latin typeface="Rockwell" panose="02060603020205020403" pitchFamily="18" charset="77"/>
              </a:rPr>
              <a:t>ystem Implementation: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Rockwell" panose="02060603020205020403" pitchFamily="18" charset="77"/>
              </a:rPr>
              <a:t>Data processing performed using Pandas and NumPy for efficient handling of large datasets.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Rockwell" panose="02060603020205020403" pitchFamily="18" charset="77"/>
              </a:rPr>
              <a:t>Feature Scaling applied using Standard Scalar to normalize input values.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Rockwell" panose="02060603020205020403" pitchFamily="18" charset="77"/>
              </a:rPr>
              <a:t>SMOTE implemented using the imbalanced-learn library to balance dataset.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Rockwell" panose="02060603020205020403" pitchFamily="18" charset="77"/>
              </a:rPr>
              <a:t>Models trained and evaluated using the Scikit-learn framework.</a:t>
            </a:r>
          </a:p>
          <a:p>
            <a:pPr marL="186262" indent="0">
              <a:buNone/>
            </a:pPr>
            <a:endParaRPr lang="en-IN" sz="1800" dirty="0">
              <a:latin typeface="Rockwell" panose="02060603020205020403" pitchFamily="18" charset="77"/>
            </a:endParaRPr>
          </a:p>
          <a:p>
            <a:pPr marL="186262" indent="0">
              <a:buNone/>
            </a:pPr>
            <a:r>
              <a:rPr lang="en-IN" sz="1800" b="1" dirty="0">
                <a:latin typeface="Rockwell" panose="02060603020205020403" pitchFamily="18" charset="77"/>
              </a:rPr>
              <a:t>Random Forest Working: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Rockwell" panose="02060603020205020403" pitchFamily="18" charset="77"/>
              </a:rPr>
              <a:t>Constructs multiple decision trees using random subset of data and features.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Rockwell" panose="02060603020205020403" pitchFamily="18" charset="77"/>
              </a:rPr>
              <a:t>Each tree makes an independent prediction. Final output is determined by majority voting.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Rockwell" panose="02060603020205020403" pitchFamily="18" charset="77"/>
              </a:rPr>
              <a:t>This approach reduces overfitting and improves generalization.</a:t>
            </a:r>
          </a:p>
        </p:txBody>
      </p:sp>
      <p:sp>
        <p:nvSpPr>
          <p:cNvPr id="5128" name="Google Shape;5128;p73">
            <a:extLst>
              <a:ext uri="{FF2B5EF4-FFF2-40B4-BE49-F238E27FC236}">
                <a16:creationId xmlns:a16="http://schemas.microsoft.com/office/drawing/2014/main" id="{DC6E9F0B-7413-570B-7CDA-603AC16F3A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1000" y="238539"/>
            <a:ext cx="10290000" cy="987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IN" sz="3200" dirty="0">
                <a:latin typeface="Copperplate" panose="02000504000000020004" pitchFamily="2" charset="77"/>
              </a:rPr>
              <a:t>Implementation and Model Working </a:t>
            </a:r>
            <a:endParaRPr sz="3200" dirty="0">
              <a:latin typeface="Copperplate" panose="02000504000000020004" pitchFamily="2" charset="77"/>
            </a:endParaRPr>
          </a:p>
        </p:txBody>
      </p:sp>
      <p:pic>
        <p:nvPicPr>
          <p:cNvPr id="5129" name="Google Shape;5129;p73">
            <a:extLst>
              <a:ext uri="{FF2B5EF4-FFF2-40B4-BE49-F238E27FC236}">
                <a16:creationId xmlns:a16="http://schemas.microsoft.com/office/drawing/2014/main" id="{C26005C4-DD05-B582-8993-2C2E46C0972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13911" y="4884216"/>
            <a:ext cx="1146314" cy="1814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0" name="Google Shape;5130;p73">
            <a:extLst>
              <a:ext uri="{FF2B5EF4-FFF2-40B4-BE49-F238E27FC236}">
                <a16:creationId xmlns:a16="http://schemas.microsoft.com/office/drawing/2014/main" id="{89871F11-0DF8-D73B-0DA4-066DDA0AC53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0743" y="4884215"/>
            <a:ext cx="1132280" cy="1814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1" name="Google Shape;5131;p73">
            <a:extLst>
              <a:ext uri="{FF2B5EF4-FFF2-40B4-BE49-F238E27FC236}">
                <a16:creationId xmlns:a16="http://schemas.microsoft.com/office/drawing/2014/main" id="{4AFACDB2-FBAA-2208-8F44-8A1F9B7CC08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77501" y="4884216"/>
            <a:ext cx="1771769" cy="1814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2" name="Google Shape;5132;p73">
            <a:extLst>
              <a:ext uri="{FF2B5EF4-FFF2-40B4-BE49-F238E27FC236}">
                <a16:creationId xmlns:a16="http://schemas.microsoft.com/office/drawing/2014/main" id="{C1227B38-91DE-B56C-5F8D-7FCC83A30794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89365" y="5580615"/>
            <a:ext cx="1956785" cy="1185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3159;p39">
            <a:extLst>
              <a:ext uri="{FF2B5EF4-FFF2-40B4-BE49-F238E27FC236}">
                <a16:creationId xmlns:a16="http://schemas.microsoft.com/office/drawing/2014/main" id="{2D09FE06-970C-646C-F79B-0FA57CD0E68D}"/>
              </a:ext>
            </a:extLst>
          </p:cNvPr>
          <p:cNvSpPr txBox="1">
            <a:spLocks/>
          </p:cNvSpPr>
          <p:nvPr/>
        </p:nvSpPr>
        <p:spPr>
          <a:xfrm rot="13439245">
            <a:off x="-13495505" y="8971990"/>
            <a:ext cx="14615607" cy="134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9pPr>
          </a:lstStyle>
          <a:p>
            <a:r>
              <a:rPr lang="en-IN" sz="3200">
                <a:latin typeface="Copperplate" panose="02000504000000020004" pitchFamily="2" charset="77"/>
              </a:rPr>
              <a:t>Technical Breakdown: Risk &amp; Summary Logic</a:t>
            </a:r>
            <a:endParaRPr lang="en-IN" sz="3200" dirty="0">
              <a:latin typeface="Copperplate" panose="02000504000000020004" pitchFamily="2" charset="77"/>
            </a:endParaRPr>
          </a:p>
        </p:txBody>
      </p:sp>
      <p:grpSp>
        <p:nvGrpSpPr>
          <p:cNvPr id="3" name="Google Shape;3164;p39">
            <a:extLst>
              <a:ext uri="{FF2B5EF4-FFF2-40B4-BE49-F238E27FC236}">
                <a16:creationId xmlns:a16="http://schemas.microsoft.com/office/drawing/2014/main" id="{A770C480-B8C8-209B-BF62-B65EA270D25D}"/>
              </a:ext>
            </a:extLst>
          </p:cNvPr>
          <p:cNvGrpSpPr/>
          <p:nvPr/>
        </p:nvGrpSpPr>
        <p:grpSpPr>
          <a:xfrm rot="13439245">
            <a:off x="-11048062" y="7335650"/>
            <a:ext cx="3133210" cy="593163"/>
            <a:chOff x="7549958" y="-1584240"/>
            <a:chExt cx="1654433" cy="326624"/>
          </a:xfrm>
        </p:grpSpPr>
        <p:sp>
          <p:nvSpPr>
            <p:cNvPr id="4" name="Google Shape;3165;p39">
              <a:extLst>
                <a:ext uri="{FF2B5EF4-FFF2-40B4-BE49-F238E27FC236}">
                  <a16:creationId xmlns:a16="http://schemas.microsoft.com/office/drawing/2014/main" id="{3EB01BC3-02C0-D3F2-424B-288783E756E4}"/>
                </a:ext>
              </a:extLst>
            </p:cNvPr>
            <p:cNvSpPr/>
            <p:nvPr/>
          </p:nvSpPr>
          <p:spPr>
            <a:xfrm>
              <a:off x="9078371" y="-1584240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5" name="Google Shape;3166;p39">
              <a:extLst>
                <a:ext uri="{FF2B5EF4-FFF2-40B4-BE49-F238E27FC236}">
                  <a16:creationId xmlns:a16="http://schemas.microsoft.com/office/drawing/2014/main" id="{387C27A7-C545-FE70-B702-9D4224C22124}"/>
                </a:ext>
              </a:extLst>
            </p:cNvPr>
            <p:cNvSpPr/>
            <p:nvPr/>
          </p:nvSpPr>
          <p:spPr>
            <a:xfrm>
              <a:off x="8696268" y="-1584240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6" name="Google Shape;3167;p39">
              <a:extLst>
                <a:ext uri="{FF2B5EF4-FFF2-40B4-BE49-F238E27FC236}">
                  <a16:creationId xmlns:a16="http://schemas.microsoft.com/office/drawing/2014/main" id="{C60D1519-317C-998E-3DF0-EDC0950E4D41}"/>
                </a:ext>
              </a:extLst>
            </p:cNvPr>
            <p:cNvSpPr/>
            <p:nvPr/>
          </p:nvSpPr>
          <p:spPr>
            <a:xfrm>
              <a:off x="8314164" y="-1584240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7" name="Google Shape;3168;p39">
              <a:extLst>
                <a:ext uri="{FF2B5EF4-FFF2-40B4-BE49-F238E27FC236}">
                  <a16:creationId xmlns:a16="http://schemas.microsoft.com/office/drawing/2014/main" id="{84094910-4DE5-92BB-3F3A-A810C678A05C}"/>
                </a:ext>
              </a:extLst>
            </p:cNvPr>
            <p:cNvSpPr/>
            <p:nvPr/>
          </p:nvSpPr>
          <p:spPr>
            <a:xfrm>
              <a:off x="8123113" y="-1584240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" name="Google Shape;3169;p39">
              <a:extLst>
                <a:ext uri="{FF2B5EF4-FFF2-40B4-BE49-F238E27FC236}">
                  <a16:creationId xmlns:a16="http://schemas.microsoft.com/office/drawing/2014/main" id="{3E5948FF-02E2-B6C9-0440-2CE493BDBBFC}"/>
                </a:ext>
              </a:extLst>
            </p:cNvPr>
            <p:cNvSpPr/>
            <p:nvPr/>
          </p:nvSpPr>
          <p:spPr>
            <a:xfrm>
              <a:off x="8887319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9" name="Google Shape;3170;p39">
              <a:extLst>
                <a:ext uri="{FF2B5EF4-FFF2-40B4-BE49-F238E27FC236}">
                  <a16:creationId xmlns:a16="http://schemas.microsoft.com/office/drawing/2014/main" id="{3D0D0B88-D2C4-4F60-D1A7-0DC3E58ABA01}"/>
                </a:ext>
              </a:extLst>
            </p:cNvPr>
            <p:cNvSpPr/>
            <p:nvPr/>
          </p:nvSpPr>
          <p:spPr>
            <a:xfrm>
              <a:off x="9078371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" name="Google Shape;3171;p39">
              <a:extLst>
                <a:ext uri="{FF2B5EF4-FFF2-40B4-BE49-F238E27FC236}">
                  <a16:creationId xmlns:a16="http://schemas.microsoft.com/office/drawing/2014/main" id="{A5E4F26C-4149-D771-0F0C-1101A0DC265F}"/>
                </a:ext>
              </a:extLst>
            </p:cNvPr>
            <p:cNvSpPr/>
            <p:nvPr/>
          </p:nvSpPr>
          <p:spPr>
            <a:xfrm>
              <a:off x="8314164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" name="Google Shape;3172;p39">
              <a:extLst>
                <a:ext uri="{FF2B5EF4-FFF2-40B4-BE49-F238E27FC236}">
                  <a16:creationId xmlns:a16="http://schemas.microsoft.com/office/drawing/2014/main" id="{780E33AC-6502-1D23-F5DC-E956AC0960FD}"/>
                </a:ext>
              </a:extLst>
            </p:cNvPr>
            <p:cNvSpPr/>
            <p:nvPr/>
          </p:nvSpPr>
          <p:spPr>
            <a:xfrm>
              <a:off x="8505216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2" name="Google Shape;3173;p39">
              <a:extLst>
                <a:ext uri="{FF2B5EF4-FFF2-40B4-BE49-F238E27FC236}">
                  <a16:creationId xmlns:a16="http://schemas.microsoft.com/office/drawing/2014/main" id="{B9090EC0-A221-82D3-82BA-DE87F7F3988A}"/>
                </a:ext>
              </a:extLst>
            </p:cNvPr>
            <p:cNvSpPr/>
            <p:nvPr/>
          </p:nvSpPr>
          <p:spPr>
            <a:xfrm>
              <a:off x="8123113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" name="Google Shape;3174;p39">
              <a:extLst>
                <a:ext uri="{FF2B5EF4-FFF2-40B4-BE49-F238E27FC236}">
                  <a16:creationId xmlns:a16="http://schemas.microsoft.com/office/drawing/2014/main" id="{1C90C427-F70D-B777-6D02-628883DD0AE1}"/>
                </a:ext>
              </a:extLst>
            </p:cNvPr>
            <p:cNvSpPr/>
            <p:nvPr/>
          </p:nvSpPr>
          <p:spPr>
            <a:xfrm>
              <a:off x="7741009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" name="Google Shape;3175;p39">
              <a:extLst>
                <a:ext uri="{FF2B5EF4-FFF2-40B4-BE49-F238E27FC236}">
                  <a16:creationId xmlns:a16="http://schemas.microsoft.com/office/drawing/2014/main" id="{3FADC381-7507-A5A7-4029-C249E5809474}"/>
                </a:ext>
              </a:extLst>
            </p:cNvPr>
            <p:cNvSpPr/>
            <p:nvPr/>
          </p:nvSpPr>
          <p:spPr>
            <a:xfrm>
              <a:off x="7932061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5" name="Google Shape;3176;p39">
              <a:extLst>
                <a:ext uri="{FF2B5EF4-FFF2-40B4-BE49-F238E27FC236}">
                  <a16:creationId xmlns:a16="http://schemas.microsoft.com/office/drawing/2014/main" id="{2E437A93-A4BB-9D7B-1F5D-D16BA75D54DD}"/>
                </a:ext>
              </a:extLst>
            </p:cNvPr>
            <p:cNvSpPr/>
            <p:nvPr/>
          </p:nvSpPr>
          <p:spPr>
            <a:xfrm>
              <a:off x="7549958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sp>
        <p:nvSpPr>
          <p:cNvPr id="16" name="Rectangle 1">
            <a:extLst>
              <a:ext uri="{FF2B5EF4-FFF2-40B4-BE49-F238E27FC236}">
                <a16:creationId xmlns:a16="http://schemas.microsoft.com/office/drawing/2014/main" id="{EA4031CA-5452-BF8A-9778-97231AD62CD0}"/>
              </a:ext>
            </a:extLst>
          </p:cNvPr>
          <p:cNvSpPr>
            <a:spLocks noChangeArrowheads="1"/>
          </p:cNvSpPr>
          <p:nvPr/>
        </p:nvSpPr>
        <p:spPr bwMode="auto">
          <a:xfrm rot="13439245">
            <a:off x="-13975316" y="10771034"/>
            <a:ext cx="14615607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 Human-Centric Categorization: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 The backend translates raw percentages into a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"Traffic Light" risk system:</a:t>
            </a:r>
          </a:p>
          <a:p>
            <a:pPr marL="285750" lvl="8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HIGH (&gt;80%):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 Immediate red flag; likely unauthorized access or stolen credentials.</a:t>
            </a:r>
          </a:p>
          <a:p>
            <a:pPr marL="285750" lvl="8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MEDIUM (50-80%):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 Anomalous behavior; requires secondary authentication or manual review.</a:t>
            </a:r>
          </a:p>
          <a:p>
            <a:pPr marL="285750" lvl="8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LOW (&lt;50%):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 Verified pattern; standard transaction.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ckwell" panose="02060603020205020403" pitchFamily="18" charset="7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 Strategic Summary Logic: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</a:b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</a:b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</a:b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</a:b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</a:b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ckwell" panose="02060603020205020403" pitchFamily="18" charset="7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 JSON Response: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77"/>
              </a:rPr>
              <a:t> The data is sent as a structured object, making it easy for any UI to display results dynamically.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012DFBF-E67D-5CD8-55DC-4C5E86B0D0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3439245">
            <a:off x="-12969785" y="11413889"/>
            <a:ext cx="6135264" cy="1961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002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ECB44-FB94-2239-01F9-7E510B83B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297" y="300148"/>
            <a:ext cx="8052619" cy="932037"/>
          </a:xfrm>
        </p:spPr>
        <p:txBody>
          <a:bodyPr/>
          <a:lstStyle/>
          <a:p>
            <a:pPr algn="ctr"/>
            <a:r>
              <a:rPr lang="en-US" sz="3200" dirty="0">
                <a:latin typeface="Copperplate" panose="02000504000000020004"/>
              </a:rPr>
              <a:t>Results &amp; Analysis</a:t>
            </a:r>
            <a:endParaRPr lang="en-IN" sz="3200" dirty="0">
              <a:latin typeface="Copperplate" panose="02000504000000020004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7A2C8-1BEF-F6A3-26B5-88B6CE2D6D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0999" y="1045020"/>
            <a:ext cx="10290000" cy="5512832"/>
          </a:xfrm>
        </p:spPr>
        <p:txBody>
          <a:bodyPr/>
          <a:lstStyle/>
          <a:p>
            <a:pPr marL="186262" indent="0">
              <a:buNone/>
            </a:pPr>
            <a:r>
              <a:rPr lang="en-US" sz="1800" b="1" dirty="0">
                <a:latin typeface="Rockwell" panose="02060603020205020403" pitchFamily="18" charset="0"/>
              </a:rPr>
              <a:t>Model Analysis</a:t>
            </a:r>
          </a:p>
          <a:p>
            <a:pPr marL="186262" indent="0">
              <a:buNone/>
            </a:pPr>
            <a:endParaRPr lang="en-US" sz="1800" b="1" dirty="0">
              <a:latin typeface="Rockwell" panose="02060603020205020403" pitchFamily="18" charset="0"/>
            </a:endParaRPr>
          </a:p>
          <a:p>
            <a:pPr marL="186262" indent="0">
              <a:buNone/>
            </a:pPr>
            <a:endParaRPr lang="en-US" sz="1800" b="1" dirty="0">
              <a:latin typeface="Rockwell" panose="02060603020205020403" pitchFamily="18" charset="0"/>
            </a:endParaRPr>
          </a:p>
          <a:p>
            <a:pPr marL="186262" indent="0">
              <a:buNone/>
            </a:pPr>
            <a:endParaRPr lang="en-US" sz="1800" b="1" dirty="0">
              <a:latin typeface="Rockwell" panose="02060603020205020403" pitchFamily="18" charset="0"/>
            </a:endParaRPr>
          </a:p>
          <a:p>
            <a:pPr marL="186262" indent="0">
              <a:buNone/>
            </a:pPr>
            <a:endParaRPr lang="en-US" sz="1800" b="1" dirty="0">
              <a:latin typeface="Rockwell" panose="02060603020205020403" pitchFamily="18" charset="0"/>
            </a:endParaRPr>
          </a:p>
          <a:p>
            <a:pPr marL="186262" indent="0">
              <a:buNone/>
            </a:pPr>
            <a:endParaRPr lang="en-US" sz="1800" b="1" dirty="0">
              <a:latin typeface="Rockwell" panose="02060603020205020403" pitchFamily="18" charset="0"/>
            </a:endParaRPr>
          </a:p>
          <a:p>
            <a:pPr marL="186262" indent="0">
              <a:buNone/>
            </a:pPr>
            <a:r>
              <a:rPr lang="en-US" sz="1800" b="1" dirty="0">
                <a:latin typeface="Rockwell" panose="02060603020205020403" pitchFamily="18" charset="0"/>
              </a:rPr>
              <a:t>Analysis: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>
                <a:latin typeface="Rockwell" panose="02060603020205020403" pitchFamily="18" charset="0"/>
              </a:rPr>
              <a:t>Random Forest significantly outperforms Logistic Regression across evaluation metrics.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>
                <a:latin typeface="Rockwell" panose="02060603020205020403" pitchFamily="18" charset="0"/>
              </a:rPr>
              <a:t>Higher recall indicated improved ability to correctly identify fraudulent transactions.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>
                <a:latin typeface="Rockwell" panose="02060603020205020403" pitchFamily="18" charset="0"/>
              </a:rPr>
              <a:t>Reduction in false negatives enhances system reliability and effectiveness.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>
                <a:latin typeface="Rockwell" panose="02060603020205020403" pitchFamily="18" charset="0"/>
              </a:rPr>
              <a:t>These result demonstrates the advantage of ensemble learning in fraud detection.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1800" dirty="0">
              <a:latin typeface="Rockwell" panose="02060603020205020403" pitchFamily="18" charset="0"/>
            </a:endParaRPr>
          </a:p>
          <a:p>
            <a:pPr marL="186262" indent="0">
              <a:buNone/>
            </a:pPr>
            <a:endParaRPr lang="en-US" sz="1800" dirty="0">
              <a:latin typeface="Rockwell" panose="02060603020205020403" pitchFamily="18" charset="0"/>
            </a:endParaRPr>
          </a:p>
          <a:p>
            <a:pPr marL="186262" indent="0">
              <a:buNone/>
            </a:pPr>
            <a:endParaRPr lang="en-US" sz="1800" dirty="0">
              <a:latin typeface="Rockwell" panose="02060603020205020403" pitchFamily="18" charset="0"/>
            </a:endParaRPr>
          </a:p>
          <a:p>
            <a:pPr marL="186262" indent="0">
              <a:buNone/>
            </a:pPr>
            <a:r>
              <a:rPr lang="en-US" sz="1800" dirty="0">
                <a:latin typeface="Rockwell" panose="02060603020205020403" pitchFamily="18" charset="0"/>
              </a:rPr>
              <a:t>						</a:t>
            </a:r>
          </a:p>
          <a:p>
            <a:pPr marL="186262" indent="0">
              <a:buNone/>
            </a:pPr>
            <a:endParaRPr lang="en-US" sz="1800" dirty="0">
              <a:latin typeface="Rockwell" panose="02060603020205020403" pitchFamily="18" charset="0"/>
            </a:endParaRPr>
          </a:p>
          <a:p>
            <a:pPr marL="186262" indent="0">
              <a:buNone/>
            </a:pPr>
            <a:endParaRPr lang="en-US" sz="1800" dirty="0">
              <a:latin typeface="Rockwell" panose="02060603020205020403" pitchFamily="18" charset="0"/>
            </a:endParaRPr>
          </a:p>
          <a:p>
            <a:pPr marL="186262" indent="0">
              <a:buNone/>
            </a:pPr>
            <a:endParaRPr lang="en-US" sz="1800" dirty="0">
              <a:latin typeface="Rockwell" panose="02060603020205020403" pitchFamily="18" charset="0"/>
            </a:endParaRPr>
          </a:p>
          <a:p>
            <a:pPr marL="186262" indent="0">
              <a:buNone/>
            </a:pPr>
            <a:endParaRPr lang="en-IN" sz="1800" dirty="0">
              <a:latin typeface="Rockwell" panose="02060603020205020403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31632A-EDC9-1C52-EC7B-4510D06DA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7691377"/>
              </p:ext>
            </p:extLst>
          </p:nvPr>
        </p:nvGraphicFramePr>
        <p:xfrm>
          <a:off x="2031999" y="1516079"/>
          <a:ext cx="8127999" cy="1112520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53580765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09693127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5782822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MODEL</a:t>
                      </a:r>
                      <a:endParaRPr lang="en-IN" sz="1800" dirty="0">
                        <a:latin typeface="Rockwell" panose="020606030202050204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ACCURACY</a:t>
                      </a:r>
                      <a:endParaRPr lang="en-IN" sz="1800" dirty="0">
                        <a:latin typeface="Rockwell" panose="020606030202050204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RECALL</a:t>
                      </a:r>
                      <a:endParaRPr lang="en-IN" sz="1800" dirty="0">
                        <a:latin typeface="Rockwell" panose="020606030202050204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11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Logistic Regression</a:t>
                      </a:r>
                      <a:endParaRPr lang="en-IN" sz="1800" dirty="0">
                        <a:latin typeface="Rockwell" panose="020606030202050204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96%</a:t>
                      </a:r>
                      <a:endParaRPr lang="en-IN" sz="1800" dirty="0">
                        <a:latin typeface="Rockwell" panose="020606030202050204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0.93</a:t>
                      </a:r>
                      <a:endParaRPr lang="en-IN" sz="1800" dirty="0">
                        <a:latin typeface="Rockwell" panose="020606030202050204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473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Random Forest</a:t>
                      </a:r>
                      <a:endParaRPr lang="en-IN" sz="1800" dirty="0">
                        <a:latin typeface="Rockwell" panose="020606030202050204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99%</a:t>
                      </a:r>
                      <a:endParaRPr lang="en-IN" sz="1800" dirty="0">
                        <a:latin typeface="Rockwell" panose="020606030202050204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0.98</a:t>
                      </a:r>
                      <a:endParaRPr lang="en-IN" sz="1800" dirty="0">
                        <a:latin typeface="Rockwell" panose="020606030202050204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3791129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EB6EEBF1-A384-5B09-C1B2-FD504CF98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368" y="4175210"/>
            <a:ext cx="4125432" cy="26665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9E01C2-2B39-E9A3-DACC-94535AA32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075" y="4175210"/>
            <a:ext cx="4211175" cy="266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260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6">
          <a:extLst>
            <a:ext uri="{FF2B5EF4-FFF2-40B4-BE49-F238E27FC236}">
              <a16:creationId xmlns:a16="http://schemas.microsoft.com/office/drawing/2014/main" id="{DE7C0F88-220F-932A-0C39-0A1665F51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7" name="Google Shape;5137;p74">
            <a:extLst>
              <a:ext uri="{FF2B5EF4-FFF2-40B4-BE49-F238E27FC236}">
                <a16:creationId xmlns:a16="http://schemas.microsoft.com/office/drawing/2014/main" id="{B5B4A34D-BCA3-83D2-F016-CB015CB670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2642" y="549033"/>
            <a:ext cx="10846715" cy="987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3200" dirty="0">
                <a:latin typeface="Copperplate" panose="02000504000000020004" pitchFamily="2" charset="77"/>
              </a:rPr>
              <a:t>Key Insight &amp; Conclusion</a:t>
            </a:r>
            <a:endParaRPr sz="3200" dirty="0">
              <a:latin typeface="Copperplate" panose="02000504000000020004" pitchFamily="2" charset="77"/>
            </a:endParaRPr>
          </a:p>
        </p:txBody>
      </p:sp>
      <p:sp>
        <p:nvSpPr>
          <p:cNvPr id="5138" name="Google Shape;5138;p74">
            <a:extLst>
              <a:ext uri="{FF2B5EF4-FFF2-40B4-BE49-F238E27FC236}">
                <a16:creationId xmlns:a16="http://schemas.microsoft.com/office/drawing/2014/main" id="{A6FAC068-3829-72C2-03E2-3CA07AAE47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51033" y="1536633"/>
            <a:ext cx="102900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Rockwell" panose="02060603020205020403" pitchFamily="18" charset="77"/>
              </a:rPr>
              <a:t>Key Insight: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Rockwell" panose="02060603020205020403" pitchFamily="18" charset="77"/>
              </a:rPr>
              <a:t>Recall is more important than accuracy in fraud detection.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Rockwell" panose="02060603020205020403" pitchFamily="18" charset="77"/>
              </a:rPr>
              <a:t>False negatives represent undetected fraud cases.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Rockwell" panose="02060603020205020403" pitchFamily="18" charset="77"/>
              </a:rPr>
              <a:t>Undetected fraud leads to financial and reputational losses.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Rockwell" panose="02060603020205020403" pitchFamily="18" charset="77"/>
              </a:rPr>
              <a:t>Therefore, maximizing recall is essential for effective fraud cases.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solidFill>
                <a:schemeClr val="tx1"/>
              </a:solidFill>
              <a:latin typeface="Rockwell" panose="02060603020205020403" pitchFamily="18" charset="77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Rockwell" panose="02060603020205020403" pitchFamily="18" charset="77"/>
              </a:rPr>
              <a:t>Conclusion: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Rockwell" panose="02060603020205020403" pitchFamily="18" charset="77"/>
              </a:rPr>
              <a:t>Machine Learning provides and effective solution for detecting fraudulent transactions.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Rockwell" panose="02060603020205020403" pitchFamily="18" charset="77"/>
              </a:rPr>
              <a:t>SMOTE successfully addresses class imbalance and improves model learning.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Rockwell" panose="02060603020205020403" pitchFamily="18" charset="77"/>
              </a:rPr>
              <a:t>Random Forest delivers superior performance due to its ability to capture complex patterns.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solidFill>
                <a:schemeClr val="tx1"/>
              </a:solidFill>
              <a:latin typeface="Rockwell" panose="02060603020205020403" pitchFamily="18" charset="77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Rockwell" panose="02060603020205020403" pitchFamily="18" charset="77"/>
              </a:rPr>
              <a:t>Future Scope: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Rockwell" panose="02060603020205020403" pitchFamily="18" charset="77"/>
              </a:rPr>
              <a:t>Real-time fraud detection systems.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Rockwell" panose="02060603020205020403" pitchFamily="18" charset="77"/>
              </a:rPr>
              <a:t>Integration with banking and financial platforms.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Rockwell" panose="02060603020205020403" pitchFamily="18" charset="77"/>
              </a:rPr>
              <a:t>Use of deep learning and anomaly detection techniques.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sz="1800" dirty="0">
              <a:solidFill>
                <a:schemeClr val="tx1"/>
              </a:solidFill>
              <a:latin typeface="Rockwell" panose="02060603020205020403" pitchFamily="18" charset="77"/>
            </a:endParaRPr>
          </a:p>
        </p:txBody>
      </p:sp>
      <p:sp>
        <p:nvSpPr>
          <p:cNvPr id="3" name="Google Shape;5127;p73">
            <a:extLst>
              <a:ext uri="{FF2B5EF4-FFF2-40B4-BE49-F238E27FC236}">
                <a16:creationId xmlns:a16="http://schemas.microsoft.com/office/drawing/2014/main" id="{DA9371C8-A7BE-F424-8987-70D69EC9F206}"/>
              </a:ext>
            </a:extLst>
          </p:cNvPr>
          <p:cNvSpPr txBox="1">
            <a:spLocks/>
          </p:cNvSpPr>
          <p:nvPr/>
        </p:nvSpPr>
        <p:spPr>
          <a:xfrm rot="11937234">
            <a:off x="-1863409" y="-9575109"/>
            <a:ext cx="10290000" cy="3164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2332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●"/>
              <a:defRPr sz="1867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1pPr>
            <a:lvl2pPr marL="1219170" marR="0" lvl="1" indent="-42332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○"/>
              <a:defRPr sz="1867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2pPr>
            <a:lvl3pPr marL="1828754" marR="0" lvl="2" indent="-42332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■"/>
              <a:defRPr sz="1867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3pPr>
            <a:lvl4pPr marL="2438339" marR="0" lvl="3" indent="-42332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●"/>
              <a:defRPr sz="1867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4pPr>
            <a:lvl5pPr marL="3047924" marR="0" lvl="4" indent="-42332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○"/>
              <a:defRPr sz="1867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5pPr>
            <a:lvl6pPr marL="3657509" marR="0" lvl="5" indent="-42332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■"/>
              <a:defRPr sz="1867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6pPr>
            <a:lvl7pPr marL="4267093" marR="0" lvl="6" indent="-42332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●"/>
              <a:defRPr sz="1867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7pPr>
            <a:lvl8pPr marL="4876678" marR="0" lvl="7" indent="-42332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○"/>
              <a:defRPr sz="1867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8pPr>
            <a:lvl9pPr marL="5486263" marR="0" lvl="8" indent="-42332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■"/>
              <a:defRPr sz="1867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9pPr>
          </a:lstStyle>
          <a:p>
            <a:r>
              <a:rPr lang="en-IN" sz="1800" b="1" dirty="0">
                <a:latin typeface="Rockwell" panose="02060603020205020403" pitchFamily="18" charset="77"/>
              </a:rPr>
              <a:t>Data Minimization:</a:t>
            </a:r>
            <a:r>
              <a:rPr lang="en-IN" sz="1800" dirty="0">
                <a:latin typeface="Rockwell" panose="02060603020205020403" pitchFamily="18" charset="77"/>
              </a:rPr>
              <a:t> Adhering to the principle that only the minimum data required for a specific purpose (fraud detection) should be processed.</a:t>
            </a:r>
            <a:br>
              <a:rPr lang="en-IN" sz="1800" dirty="0">
                <a:latin typeface="Rockwell" panose="02060603020205020403" pitchFamily="18" charset="77"/>
              </a:rPr>
            </a:br>
            <a:endParaRPr lang="en-IN" sz="1800" dirty="0">
              <a:latin typeface="Rockwell" panose="02060603020205020403" pitchFamily="18" charset="77"/>
            </a:endParaRPr>
          </a:p>
          <a:p>
            <a:r>
              <a:rPr lang="en-IN" sz="1800" b="1" dirty="0">
                <a:latin typeface="Rockwell" panose="02060603020205020403" pitchFamily="18" charset="77"/>
              </a:rPr>
              <a:t>Volatile Processing:</a:t>
            </a:r>
            <a:r>
              <a:rPr lang="en-IN" sz="1800" dirty="0">
                <a:latin typeface="Rockwell" panose="02060603020205020403" pitchFamily="18" charset="77"/>
              </a:rPr>
              <a:t> Data is handled in RAM and not permanently written to the server's disk, significantly reducing the "Attack Surface" for data breaches.</a:t>
            </a:r>
            <a:br>
              <a:rPr lang="en-IN" sz="1800" dirty="0">
                <a:latin typeface="Rockwell" panose="02060603020205020403" pitchFamily="18" charset="77"/>
              </a:rPr>
            </a:br>
            <a:endParaRPr lang="en-IN" sz="1800" dirty="0">
              <a:latin typeface="Rockwell" panose="02060603020205020403" pitchFamily="18" charset="77"/>
            </a:endParaRPr>
          </a:p>
          <a:p>
            <a:r>
              <a:rPr lang="en-IN" sz="1800" b="1" dirty="0">
                <a:latin typeface="Rockwell" panose="02060603020205020403" pitchFamily="18" charset="77"/>
              </a:rPr>
              <a:t>IT Act &amp; DPDP 2023:</a:t>
            </a:r>
            <a:r>
              <a:rPr lang="en-IN" sz="1800" dirty="0">
                <a:latin typeface="Rockwell" panose="02060603020205020403" pitchFamily="18" charset="77"/>
              </a:rPr>
              <a:t> The system is designed to provide "Reasonable Security" under Section 43A of the IT Act while respecting the consent and privacy mandates of the new Digital Personal Data Protection Act.</a:t>
            </a:r>
            <a:br>
              <a:rPr lang="en-IN" sz="1800" dirty="0">
                <a:latin typeface="Rockwell" panose="02060603020205020403" pitchFamily="18" charset="77"/>
              </a:rPr>
            </a:br>
            <a:endParaRPr lang="en-IN" sz="1800" dirty="0">
              <a:latin typeface="Rockwell" panose="02060603020205020403" pitchFamily="18" charset="77"/>
            </a:endParaRPr>
          </a:p>
          <a:p>
            <a:r>
              <a:rPr lang="en-IN" sz="1800" b="1" dirty="0">
                <a:latin typeface="Rockwell" panose="02060603020205020403" pitchFamily="18" charset="77"/>
              </a:rPr>
              <a:t>Input Sanitization:</a:t>
            </a:r>
            <a:r>
              <a:rPr lang="en-IN" sz="1800" dirty="0">
                <a:latin typeface="Rockwell" panose="02060603020205020403" pitchFamily="18" charset="77"/>
              </a:rPr>
              <a:t> Strict validation of CSV structures prevents common exploits like CSV Injection or Malicious File Uploads.</a:t>
            </a:r>
          </a:p>
        </p:txBody>
      </p:sp>
      <p:sp>
        <p:nvSpPr>
          <p:cNvPr id="4" name="Google Shape;5128;p73">
            <a:extLst>
              <a:ext uri="{FF2B5EF4-FFF2-40B4-BE49-F238E27FC236}">
                <a16:creationId xmlns:a16="http://schemas.microsoft.com/office/drawing/2014/main" id="{6DEA5F43-EB6A-3AFA-F9CB-455B55144F6F}"/>
              </a:ext>
            </a:extLst>
          </p:cNvPr>
          <p:cNvSpPr txBox="1">
            <a:spLocks/>
          </p:cNvSpPr>
          <p:nvPr/>
        </p:nvSpPr>
        <p:spPr>
          <a:xfrm rot="11937234">
            <a:off x="430660" y="11654182"/>
            <a:ext cx="14715325" cy="345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9pPr>
          </a:lstStyle>
          <a:p>
            <a:r>
              <a:rPr lang="en-IN" sz="3200">
                <a:latin typeface="Copperplate" panose="02000504000000020004" pitchFamily="2" charset="77"/>
              </a:rPr>
              <a:t>Cybersecurity, Privacy &amp; DPDP Compliance</a:t>
            </a:r>
            <a:endParaRPr lang="en-IN" sz="3200" dirty="0">
              <a:latin typeface="Copperplate" panose="02000504000000020004" pitchFamily="2" charset="77"/>
            </a:endParaRPr>
          </a:p>
        </p:txBody>
      </p:sp>
      <p:pic>
        <p:nvPicPr>
          <p:cNvPr id="5" name="Google Shape;5129;p73">
            <a:extLst>
              <a:ext uri="{FF2B5EF4-FFF2-40B4-BE49-F238E27FC236}">
                <a16:creationId xmlns:a16="http://schemas.microsoft.com/office/drawing/2014/main" id="{5A2B346B-49BD-73C6-B459-C9377BFC8A9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190299">
            <a:off x="-11541635" y="1976117"/>
            <a:ext cx="3650487" cy="5657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5130;p73">
            <a:extLst>
              <a:ext uri="{FF2B5EF4-FFF2-40B4-BE49-F238E27FC236}">
                <a16:creationId xmlns:a16="http://schemas.microsoft.com/office/drawing/2014/main" id="{70CE7265-941A-2905-D524-0C992C26548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9331832">
            <a:off x="19122933" y="4371598"/>
            <a:ext cx="2941257" cy="6416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5131;p73">
            <a:extLst>
              <a:ext uri="{FF2B5EF4-FFF2-40B4-BE49-F238E27FC236}">
                <a16:creationId xmlns:a16="http://schemas.microsoft.com/office/drawing/2014/main" id="{68ED1C1C-5624-1A9D-966C-D4C403FD71FF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4777826">
            <a:off x="-2097107" y="12313019"/>
            <a:ext cx="6842040" cy="4429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5132;p73">
            <a:extLst>
              <a:ext uri="{FF2B5EF4-FFF2-40B4-BE49-F238E27FC236}">
                <a16:creationId xmlns:a16="http://schemas.microsoft.com/office/drawing/2014/main" id="{19F06889-B081-FD79-9A15-812EE3106570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8277596">
            <a:off x="13141941" y="-4506849"/>
            <a:ext cx="4548323" cy="262811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86305417-D452-D01E-FD90-CA6D206D1D89}"/>
              </a:ext>
            </a:extLst>
          </p:cNvPr>
          <p:cNvGrpSpPr/>
          <p:nvPr/>
        </p:nvGrpSpPr>
        <p:grpSpPr>
          <a:xfrm rot="14083504">
            <a:off x="18397330" y="-5810819"/>
            <a:ext cx="5814627" cy="3545087"/>
            <a:chOff x="4635112" y="1802165"/>
            <a:chExt cx="6427376" cy="3893409"/>
          </a:xfrm>
        </p:grpSpPr>
        <p:grpSp>
          <p:nvGrpSpPr>
            <p:cNvPr id="10" name="Google Shape;4609;p64">
              <a:extLst>
                <a:ext uri="{FF2B5EF4-FFF2-40B4-BE49-F238E27FC236}">
                  <a16:creationId xmlns:a16="http://schemas.microsoft.com/office/drawing/2014/main" id="{24E5CCFA-2263-2076-A4F0-8F10C89F0DB9}"/>
                </a:ext>
              </a:extLst>
            </p:cNvPr>
            <p:cNvGrpSpPr/>
            <p:nvPr/>
          </p:nvGrpSpPr>
          <p:grpSpPr>
            <a:xfrm>
              <a:off x="4635112" y="2271477"/>
              <a:ext cx="6427376" cy="3424097"/>
              <a:chOff x="233350" y="949250"/>
              <a:chExt cx="7137300" cy="3802300"/>
            </a:xfrm>
          </p:grpSpPr>
          <p:sp>
            <p:nvSpPr>
              <p:cNvPr id="22" name="Google Shape;4610;p64">
                <a:extLst>
                  <a:ext uri="{FF2B5EF4-FFF2-40B4-BE49-F238E27FC236}">
                    <a16:creationId xmlns:a16="http://schemas.microsoft.com/office/drawing/2014/main" id="{1823C6F2-480A-1E07-396A-6DF29DCC8599}"/>
                  </a:ext>
                </a:extLst>
              </p:cNvPr>
              <p:cNvSpPr/>
              <p:nvPr/>
            </p:nvSpPr>
            <p:spPr>
              <a:xfrm>
                <a:off x="4428450" y="2808675"/>
                <a:ext cx="1478900" cy="330100"/>
              </a:xfrm>
              <a:custGeom>
                <a:avLst/>
                <a:gdLst/>
                <a:ahLst/>
                <a:cxnLst/>
                <a:rect l="l" t="t" r="r" b="b"/>
                <a:pathLst>
                  <a:path w="59156" h="13204" extrusionOk="0">
                    <a:moveTo>
                      <a:pt x="1" y="0"/>
                    </a:moveTo>
                    <a:lnTo>
                      <a:pt x="1" y="0"/>
                    </a:lnTo>
                    <a:close/>
                    <a:moveTo>
                      <a:pt x="59155" y="13203"/>
                    </a:move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23" name="Google Shape;4611;p64">
                <a:extLst>
                  <a:ext uri="{FF2B5EF4-FFF2-40B4-BE49-F238E27FC236}">
                    <a16:creationId xmlns:a16="http://schemas.microsoft.com/office/drawing/2014/main" id="{6BC67175-03C1-705B-D9A6-55AAEDD61E4D}"/>
                  </a:ext>
                </a:extLst>
              </p:cNvPr>
              <p:cNvSpPr/>
              <p:nvPr/>
            </p:nvSpPr>
            <p:spPr>
              <a:xfrm>
                <a:off x="2909400" y="1076125"/>
                <a:ext cx="4118650" cy="3109225"/>
              </a:xfrm>
              <a:custGeom>
                <a:avLst/>
                <a:gdLst/>
                <a:ahLst/>
                <a:cxnLst/>
                <a:rect l="l" t="t" r="r" b="b"/>
                <a:pathLst>
                  <a:path w="164746" h="124369" extrusionOk="0">
                    <a:moveTo>
                      <a:pt x="49520" y="11070"/>
                    </a:moveTo>
                    <a:cubicBezTo>
                      <a:pt x="49737" y="11070"/>
                      <a:pt x="49861" y="11136"/>
                      <a:pt x="49875" y="11358"/>
                    </a:cubicBezTo>
                    <a:cubicBezTo>
                      <a:pt x="49875" y="11575"/>
                      <a:pt x="49818" y="11698"/>
                      <a:pt x="49684" y="11698"/>
                    </a:cubicBezTo>
                    <a:cubicBezTo>
                      <a:pt x="49636" y="11698"/>
                      <a:pt x="49580" y="11683"/>
                      <a:pt x="49512" y="11651"/>
                    </a:cubicBezTo>
                    <a:cubicBezTo>
                      <a:pt x="49305" y="11565"/>
                      <a:pt x="49115" y="11444"/>
                      <a:pt x="48925" y="11323"/>
                    </a:cubicBezTo>
                    <a:lnTo>
                      <a:pt x="49339" y="11081"/>
                    </a:lnTo>
                    <a:cubicBezTo>
                      <a:pt x="49405" y="11074"/>
                      <a:pt x="49465" y="11070"/>
                      <a:pt x="49520" y="11070"/>
                    </a:cubicBezTo>
                    <a:close/>
                    <a:moveTo>
                      <a:pt x="46983" y="11081"/>
                    </a:moveTo>
                    <a:cubicBezTo>
                      <a:pt x="47014" y="11081"/>
                      <a:pt x="47051" y="11087"/>
                      <a:pt x="47093" y="11098"/>
                    </a:cubicBezTo>
                    <a:cubicBezTo>
                      <a:pt x="47369" y="11185"/>
                      <a:pt x="47870" y="11168"/>
                      <a:pt x="47767" y="11686"/>
                    </a:cubicBezTo>
                    <a:cubicBezTo>
                      <a:pt x="47732" y="11893"/>
                      <a:pt x="47888" y="12274"/>
                      <a:pt x="47490" y="12343"/>
                    </a:cubicBezTo>
                    <a:cubicBezTo>
                      <a:pt x="47110" y="12222"/>
                      <a:pt x="46834" y="11893"/>
                      <a:pt x="46799" y="11496"/>
                    </a:cubicBezTo>
                    <a:cubicBezTo>
                      <a:pt x="46784" y="11302"/>
                      <a:pt x="46782" y="11081"/>
                      <a:pt x="46983" y="11081"/>
                    </a:cubicBezTo>
                    <a:close/>
                    <a:moveTo>
                      <a:pt x="38158" y="11530"/>
                    </a:moveTo>
                    <a:cubicBezTo>
                      <a:pt x="38279" y="11530"/>
                      <a:pt x="38417" y="11703"/>
                      <a:pt x="38642" y="11876"/>
                    </a:cubicBezTo>
                    <a:cubicBezTo>
                      <a:pt x="38366" y="12118"/>
                      <a:pt x="38089" y="12360"/>
                      <a:pt x="37778" y="12585"/>
                    </a:cubicBezTo>
                    <a:cubicBezTo>
                      <a:pt x="35549" y="13967"/>
                      <a:pt x="35514" y="15903"/>
                      <a:pt x="37692" y="17268"/>
                    </a:cubicBezTo>
                    <a:cubicBezTo>
                      <a:pt x="38003" y="17458"/>
                      <a:pt x="38227" y="17631"/>
                      <a:pt x="38158" y="18080"/>
                    </a:cubicBezTo>
                    <a:cubicBezTo>
                      <a:pt x="38106" y="18529"/>
                      <a:pt x="37951" y="18599"/>
                      <a:pt x="37553" y="18737"/>
                    </a:cubicBezTo>
                    <a:cubicBezTo>
                      <a:pt x="36568" y="19117"/>
                      <a:pt x="36309" y="19981"/>
                      <a:pt x="36378" y="20949"/>
                    </a:cubicBezTo>
                    <a:cubicBezTo>
                      <a:pt x="36427" y="21679"/>
                      <a:pt x="36279" y="22143"/>
                      <a:pt x="35819" y="22143"/>
                    </a:cubicBezTo>
                    <a:cubicBezTo>
                      <a:pt x="35625" y="22143"/>
                      <a:pt x="35377" y="22061"/>
                      <a:pt x="35065" y="21882"/>
                    </a:cubicBezTo>
                    <a:cubicBezTo>
                      <a:pt x="34913" y="21798"/>
                      <a:pt x="34745" y="21754"/>
                      <a:pt x="34578" y="21754"/>
                    </a:cubicBezTo>
                    <a:cubicBezTo>
                      <a:pt x="34403" y="21754"/>
                      <a:pt x="34230" y="21802"/>
                      <a:pt x="34080" y="21899"/>
                    </a:cubicBezTo>
                    <a:cubicBezTo>
                      <a:pt x="33134" y="22372"/>
                      <a:pt x="32094" y="22613"/>
                      <a:pt x="31041" y="22613"/>
                    </a:cubicBezTo>
                    <a:cubicBezTo>
                      <a:pt x="30747" y="22613"/>
                      <a:pt x="30451" y="22594"/>
                      <a:pt x="30157" y="22556"/>
                    </a:cubicBezTo>
                    <a:cubicBezTo>
                      <a:pt x="29915" y="22521"/>
                      <a:pt x="29759" y="22608"/>
                      <a:pt x="29829" y="22262"/>
                    </a:cubicBezTo>
                    <a:lnTo>
                      <a:pt x="29829" y="22262"/>
                    </a:lnTo>
                    <a:lnTo>
                      <a:pt x="29829" y="22279"/>
                    </a:lnTo>
                    <a:cubicBezTo>
                      <a:pt x="29898" y="21986"/>
                      <a:pt x="29984" y="21882"/>
                      <a:pt x="30364" y="21830"/>
                    </a:cubicBezTo>
                    <a:cubicBezTo>
                      <a:pt x="31505" y="21675"/>
                      <a:pt x="32836" y="21467"/>
                      <a:pt x="33354" y="20361"/>
                    </a:cubicBezTo>
                    <a:cubicBezTo>
                      <a:pt x="33821" y="19342"/>
                      <a:pt x="33872" y="18184"/>
                      <a:pt x="34927" y="17458"/>
                    </a:cubicBezTo>
                    <a:cubicBezTo>
                      <a:pt x="35238" y="17216"/>
                      <a:pt x="34978" y="16836"/>
                      <a:pt x="34667" y="16594"/>
                    </a:cubicBezTo>
                    <a:cubicBezTo>
                      <a:pt x="33216" y="15436"/>
                      <a:pt x="33907" y="14572"/>
                      <a:pt x="35099" y="13846"/>
                    </a:cubicBezTo>
                    <a:cubicBezTo>
                      <a:pt x="35860" y="13380"/>
                      <a:pt x="36724" y="13086"/>
                      <a:pt x="37018" y="12066"/>
                    </a:cubicBezTo>
                    <a:cubicBezTo>
                      <a:pt x="37156" y="11582"/>
                      <a:pt x="37709" y="11548"/>
                      <a:pt x="38158" y="11530"/>
                    </a:cubicBezTo>
                    <a:close/>
                    <a:moveTo>
                      <a:pt x="46802" y="32066"/>
                    </a:moveTo>
                    <a:cubicBezTo>
                      <a:pt x="47245" y="32066"/>
                      <a:pt x="47720" y="32469"/>
                      <a:pt x="47888" y="33080"/>
                    </a:cubicBezTo>
                    <a:cubicBezTo>
                      <a:pt x="48059" y="33754"/>
                      <a:pt x="48393" y="34225"/>
                      <a:pt x="48918" y="34225"/>
                    </a:cubicBezTo>
                    <a:cubicBezTo>
                      <a:pt x="49080" y="34225"/>
                      <a:pt x="49261" y="34181"/>
                      <a:pt x="49460" y="34083"/>
                    </a:cubicBezTo>
                    <a:cubicBezTo>
                      <a:pt x="50103" y="33764"/>
                      <a:pt x="50701" y="33627"/>
                      <a:pt x="51269" y="33627"/>
                    </a:cubicBezTo>
                    <a:cubicBezTo>
                      <a:pt x="52489" y="33627"/>
                      <a:pt x="53566" y="34260"/>
                      <a:pt x="54628" y="35085"/>
                    </a:cubicBezTo>
                    <a:cubicBezTo>
                      <a:pt x="54818" y="35223"/>
                      <a:pt x="55008" y="35396"/>
                      <a:pt x="55163" y="35586"/>
                    </a:cubicBezTo>
                    <a:cubicBezTo>
                      <a:pt x="55543" y="36053"/>
                      <a:pt x="56684" y="36070"/>
                      <a:pt x="56321" y="36917"/>
                    </a:cubicBezTo>
                    <a:lnTo>
                      <a:pt x="56321" y="36934"/>
                    </a:lnTo>
                    <a:cubicBezTo>
                      <a:pt x="56149" y="37350"/>
                      <a:pt x="55751" y="37415"/>
                      <a:pt x="55318" y="37415"/>
                    </a:cubicBezTo>
                    <a:cubicBezTo>
                      <a:pt x="55122" y="37415"/>
                      <a:pt x="54919" y="37401"/>
                      <a:pt x="54727" y="37401"/>
                    </a:cubicBezTo>
                    <a:cubicBezTo>
                      <a:pt x="54620" y="37401"/>
                      <a:pt x="54517" y="37405"/>
                      <a:pt x="54420" y="37418"/>
                    </a:cubicBezTo>
                    <a:cubicBezTo>
                      <a:pt x="54278" y="37432"/>
                      <a:pt x="54136" y="37440"/>
                      <a:pt x="53995" y="37440"/>
                    </a:cubicBezTo>
                    <a:cubicBezTo>
                      <a:pt x="53292" y="37440"/>
                      <a:pt x="52602" y="37262"/>
                      <a:pt x="51983" y="36917"/>
                    </a:cubicBezTo>
                    <a:cubicBezTo>
                      <a:pt x="51332" y="36539"/>
                      <a:pt x="50680" y="36418"/>
                      <a:pt x="50028" y="36418"/>
                    </a:cubicBezTo>
                    <a:cubicBezTo>
                      <a:pt x="48867" y="36418"/>
                      <a:pt x="47706" y="36802"/>
                      <a:pt x="46545" y="36802"/>
                    </a:cubicBezTo>
                    <a:cubicBezTo>
                      <a:pt x="46302" y="36802"/>
                      <a:pt x="46058" y="36785"/>
                      <a:pt x="45814" y="36744"/>
                    </a:cubicBezTo>
                    <a:cubicBezTo>
                      <a:pt x="44881" y="36588"/>
                      <a:pt x="44552" y="36105"/>
                      <a:pt x="44673" y="35241"/>
                    </a:cubicBezTo>
                    <a:cubicBezTo>
                      <a:pt x="44846" y="34083"/>
                      <a:pt x="45537" y="33115"/>
                      <a:pt x="46263" y="32320"/>
                    </a:cubicBezTo>
                    <a:cubicBezTo>
                      <a:pt x="46417" y="32145"/>
                      <a:pt x="46607" y="32066"/>
                      <a:pt x="46802" y="32066"/>
                    </a:cubicBezTo>
                    <a:close/>
                    <a:moveTo>
                      <a:pt x="64554" y="31370"/>
                    </a:moveTo>
                    <a:cubicBezTo>
                      <a:pt x="64860" y="31370"/>
                      <a:pt x="65185" y="31437"/>
                      <a:pt x="65532" y="31594"/>
                    </a:cubicBezTo>
                    <a:cubicBezTo>
                      <a:pt x="65878" y="31767"/>
                      <a:pt x="65930" y="32251"/>
                      <a:pt x="65636" y="32493"/>
                    </a:cubicBezTo>
                    <a:cubicBezTo>
                      <a:pt x="64063" y="34065"/>
                      <a:pt x="64184" y="35085"/>
                      <a:pt x="65895" y="36588"/>
                    </a:cubicBezTo>
                    <a:cubicBezTo>
                      <a:pt x="67243" y="37815"/>
                      <a:pt x="67762" y="39544"/>
                      <a:pt x="68211" y="41237"/>
                    </a:cubicBezTo>
                    <a:cubicBezTo>
                      <a:pt x="68364" y="41802"/>
                      <a:pt x="68057" y="41990"/>
                      <a:pt x="67435" y="41990"/>
                    </a:cubicBezTo>
                    <a:cubicBezTo>
                      <a:pt x="67353" y="41990"/>
                      <a:pt x="67266" y="41986"/>
                      <a:pt x="67174" y="41980"/>
                    </a:cubicBezTo>
                    <a:cubicBezTo>
                      <a:pt x="66517" y="41064"/>
                      <a:pt x="64271" y="41825"/>
                      <a:pt x="64547" y="39146"/>
                    </a:cubicBezTo>
                    <a:lnTo>
                      <a:pt x="64547" y="39146"/>
                    </a:lnTo>
                    <a:lnTo>
                      <a:pt x="64547" y="39181"/>
                    </a:lnTo>
                    <a:cubicBezTo>
                      <a:pt x="64685" y="37885"/>
                      <a:pt x="63113" y="36295"/>
                      <a:pt x="62076" y="35050"/>
                    </a:cubicBezTo>
                    <a:cubicBezTo>
                      <a:pt x="61281" y="34100"/>
                      <a:pt x="61385" y="33288"/>
                      <a:pt x="62076" y="32683"/>
                    </a:cubicBezTo>
                    <a:cubicBezTo>
                      <a:pt x="62786" y="32052"/>
                      <a:pt x="63577" y="31370"/>
                      <a:pt x="64554" y="31370"/>
                    </a:cubicBezTo>
                    <a:close/>
                    <a:moveTo>
                      <a:pt x="30705" y="33465"/>
                    </a:moveTo>
                    <a:cubicBezTo>
                      <a:pt x="30874" y="33465"/>
                      <a:pt x="31043" y="33637"/>
                      <a:pt x="31090" y="33720"/>
                    </a:cubicBezTo>
                    <a:cubicBezTo>
                      <a:pt x="31920" y="35120"/>
                      <a:pt x="33579" y="35258"/>
                      <a:pt x="34719" y="36226"/>
                    </a:cubicBezTo>
                    <a:cubicBezTo>
                      <a:pt x="36205" y="37487"/>
                      <a:pt x="36275" y="39354"/>
                      <a:pt x="37191" y="40822"/>
                    </a:cubicBezTo>
                    <a:cubicBezTo>
                      <a:pt x="37484" y="41289"/>
                      <a:pt x="37571" y="41980"/>
                      <a:pt x="37968" y="42274"/>
                    </a:cubicBezTo>
                    <a:cubicBezTo>
                      <a:pt x="38403" y="42594"/>
                      <a:pt x="39075" y="43217"/>
                      <a:pt x="39556" y="43217"/>
                    </a:cubicBezTo>
                    <a:cubicBezTo>
                      <a:pt x="39725" y="43217"/>
                      <a:pt x="39870" y="43141"/>
                      <a:pt x="39973" y="42948"/>
                    </a:cubicBezTo>
                    <a:cubicBezTo>
                      <a:pt x="40336" y="42274"/>
                      <a:pt x="41234" y="41289"/>
                      <a:pt x="40543" y="40183"/>
                    </a:cubicBezTo>
                    <a:cubicBezTo>
                      <a:pt x="40301" y="39803"/>
                      <a:pt x="39610" y="39215"/>
                      <a:pt x="40284" y="38904"/>
                    </a:cubicBezTo>
                    <a:cubicBezTo>
                      <a:pt x="40592" y="38765"/>
                      <a:pt x="41024" y="38302"/>
                      <a:pt x="41439" y="38302"/>
                    </a:cubicBezTo>
                    <a:cubicBezTo>
                      <a:pt x="41746" y="38302"/>
                      <a:pt x="42043" y="38557"/>
                      <a:pt x="42271" y="39388"/>
                    </a:cubicBezTo>
                    <a:cubicBezTo>
                      <a:pt x="42782" y="41200"/>
                      <a:pt x="43748" y="43327"/>
                      <a:pt x="46038" y="43327"/>
                    </a:cubicBezTo>
                    <a:cubicBezTo>
                      <a:pt x="46150" y="43327"/>
                      <a:pt x="46266" y="43321"/>
                      <a:pt x="46384" y="43311"/>
                    </a:cubicBezTo>
                    <a:cubicBezTo>
                      <a:pt x="46463" y="43304"/>
                      <a:pt x="46542" y="43300"/>
                      <a:pt x="46620" y="43300"/>
                    </a:cubicBezTo>
                    <a:cubicBezTo>
                      <a:pt x="47585" y="43300"/>
                      <a:pt x="48526" y="43802"/>
                      <a:pt x="49487" y="43802"/>
                    </a:cubicBezTo>
                    <a:cubicBezTo>
                      <a:pt x="49955" y="43802"/>
                      <a:pt x="50429" y="43683"/>
                      <a:pt x="50912" y="43328"/>
                    </a:cubicBezTo>
                    <a:cubicBezTo>
                      <a:pt x="51106" y="43191"/>
                      <a:pt x="51242" y="43135"/>
                      <a:pt x="51336" y="43135"/>
                    </a:cubicBezTo>
                    <a:cubicBezTo>
                      <a:pt x="51643" y="43135"/>
                      <a:pt x="51508" y="43736"/>
                      <a:pt x="51534" y="44054"/>
                    </a:cubicBezTo>
                    <a:cubicBezTo>
                      <a:pt x="51845" y="45488"/>
                      <a:pt x="50843" y="46629"/>
                      <a:pt x="50618" y="47942"/>
                    </a:cubicBezTo>
                    <a:cubicBezTo>
                      <a:pt x="50585" y="48144"/>
                      <a:pt x="50240" y="48444"/>
                      <a:pt x="50046" y="48444"/>
                    </a:cubicBezTo>
                    <a:cubicBezTo>
                      <a:pt x="50041" y="48444"/>
                      <a:pt x="50036" y="48444"/>
                      <a:pt x="50031" y="48444"/>
                    </a:cubicBezTo>
                    <a:cubicBezTo>
                      <a:pt x="49523" y="48389"/>
                      <a:pt x="49010" y="48372"/>
                      <a:pt x="48494" y="48372"/>
                    </a:cubicBezTo>
                    <a:cubicBezTo>
                      <a:pt x="47534" y="48372"/>
                      <a:pt x="46564" y="48433"/>
                      <a:pt x="45600" y="48433"/>
                    </a:cubicBezTo>
                    <a:cubicBezTo>
                      <a:pt x="43779" y="48433"/>
                      <a:pt x="41984" y="48215"/>
                      <a:pt x="40336" y="46957"/>
                    </a:cubicBezTo>
                    <a:cubicBezTo>
                      <a:pt x="40033" y="46726"/>
                      <a:pt x="39675" y="46623"/>
                      <a:pt x="39308" y="46623"/>
                    </a:cubicBezTo>
                    <a:cubicBezTo>
                      <a:pt x="38250" y="46623"/>
                      <a:pt x="37116" y="47478"/>
                      <a:pt x="37000" y="48582"/>
                    </a:cubicBezTo>
                    <a:cubicBezTo>
                      <a:pt x="36972" y="48947"/>
                      <a:pt x="36796" y="49426"/>
                      <a:pt x="36527" y="49426"/>
                    </a:cubicBezTo>
                    <a:cubicBezTo>
                      <a:pt x="36465" y="49426"/>
                      <a:pt x="36398" y="49400"/>
                      <a:pt x="36326" y="49342"/>
                    </a:cubicBezTo>
                    <a:cubicBezTo>
                      <a:pt x="35376" y="48582"/>
                      <a:pt x="34045" y="48772"/>
                      <a:pt x="33147" y="47752"/>
                    </a:cubicBezTo>
                    <a:cubicBezTo>
                      <a:pt x="32334" y="46819"/>
                      <a:pt x="30900" y="46785"/>
                      <a:pt x="29673" y="46525"/>
                    </a:cubicBezTo>
                    <a:cubicBezTo>
                      <a:pt x="28913" y="46370"/>
                      <a:pt x="27807" y="46422"/>
                      <a:pt x="28567" y="44953"/>
                    </a:cubicBezTo>
                    <a:cubicBezTo>
                      <a:pt x="28982" y="44158"/>
                      <a:pt x="29034" y="43000"/>
                      <a:pt x="28515" y="42257"/>
                    </a:cubicBezTo>
                    <a:cubicBezTo>
                      <a:pt x="28230" y="41853"/>
                      <a:pt x="27848" y="41722"/>
                      <a:pt x="27412" y="41722"/>
                    </a:cubicBezTo>
                    <a:cubicBezTo>
                      <a:pt x="27028" y="41722"/>
                      <a:pt x="26602" y="41823"/>
                      <a:pt x="26165" y="41928"/>
                    </a:cubicBezTo>
                    <a:cubicBezTo>
                      <a:pt x="25497" y="42091"/>
                      <a:pt x="24818" y="42128"/>
                      <a:pt x="24133" y="42128"/>
                    </a:cubicBezTo>
                    <a:cubicBezTo>
                      <a:pt x="23569" y="42128"/>
                      <a:pt x="23001" y="42103"/>
                      <a:pt x="22432" y="42103"/>
                    </a:cubicBezTo>
                    <a:cubicBezTo>
                      <a:pt x="21707" y="42103"/>
                      <a:pt x="20980" y="42143"/>
                      <a:pt x="20255" y="42326"/>
                    </a:cubicBezTo>
                    <a:cubicBezTo>
                      <a:pt x="19287" y="42585"/>
                      <a:pt x="18319" y="42862"/>
                      <a:pt x="17559" y="43380"/>
                    </a:cubicBezTo>
                    <a:cubicBezTo>
                      <a:pt x="17082" y="43705"/>
                      <a:pt x="16613" y="43798"/>
                      <a:pt x="16149" y="43798"/>
                    </a:cubicBezTo>
                    <a:cubicBezTo>
                      <a:pt x="15538" y="43798"/>
                      <a:pt x="14935" y="43638"/>
                      <a:pt x="14326" y="43638"/>
                    </a:cubicBezTo>
                    <a:cubicBezTo>
                      <a:pt x="14292" y="43638"/>
                      <a:pt x="14258" y="43638"/>
                      <a:pt x="14223" y="43639"/>
                    </a:cubicBezTo>
                    <a:cubicBezTo>
                      <a:pt x="14120" y="43622"/>
                      <a:pt x="14016" y="43570"/>
                      <a:pt x="13930" y="43466"/>
                    </a:cubicBezTo>
                    <a:cubicBezTo>
                      <a:pt x="14043" y="43169"/>
                      <a:pt x="14308" y="43115"/>
                      <a:pt x="14562" y="43115"/>
                    </a:cubicBezTo>
                    <a:cubicBezTo>
                      <a:pt x="14617" y="43115"/>
                      <a:pt x="14672" y="43118"/>
                      <a:pt x="14725" y="43121"/>
                    </a:cubicBezTo>
                    <a:cubicBezTo>
                      <a:pt x="14838" y="43129"/>
                      <a:pt x="14949" y="43134"/>
                      <a:pt x="15058" y="43134"/>
                    </a:cubicBezTo>
                    <a:cubicBezTo>
                      <a:pt x="16723" y="43134"/>
                      <a:pt x="17967" y="42165"/>
                      <a:pt x="18388" y="40771"/>
                    </a:cubicBezTo>
                    <a:cubicBezTo>
                      <a:pt x="18976" y="38921"/>
                      <a:pt x="20808" y="38282"/>
                      <a:pt x="21482" y="37090"/>
                    </a:cubicBezTo>
                    <a:cubicBezTo>
                      <a:pt x="22174" y="35865"/>
                      <a:pt x="22770" y="35535"/>
                      <a:pt x="23579" y="35535"/>
                    </a:cubicBezTo>
                    <a:cubicBezTo>
                      <a:pt x="23899" y="35535"/>
                      <a:pt x="24254" y="35587"/>
                      <a:pt x="24661" y="35655"/>
                    </a:cubicBezTo>
                    <a:cubicBezTo>
                      <a:pt x="24682" y="35658"/>
                      <a:pt x="24703" y="35660"/>
                      <a:pt x="24725" y="35660"/>
                    </a:cubicBezTo>
                    <a:cubicBezTo>
                      <a:pt x="25065" y="35660"/>
                      <a:pt x="25513" y="35293"/>
                      <a:pt x="25854" y="35033"/>
                    </a:cubicBezTo>
                    <a:cubicBezTo>
                      <a:pt x="26267" y="34730"/>
                      <a:pt x="26584" y="34570"/>
                      <a:pt x="26849" y="34570"/>
                    </a:cubicBezTo>
                    <a:cubicBezTo>
                      <a:pt x="27249" y="34570"/>
                      <a:pt x="27529" y="34935"/>
                      <a:pt x="27841" y="35724"/>
                    </a:cubicBezTo>
                    <a:cubicBezTo>
                      <a:pt x="28325" y="36969"/>
                      <a:pt x="29742" y="37574"/>
                      <a:pt x="30952" y="38161"/>
                    </a:cubicBezTo>
                    <a:cubicBezTo>
                      <a:pt x="31712" y="38524"/>
                      <a:pt x="32732" y="38852"/>
                      <a:pt x="32680" y="39716"/>
                    </a:cubicBezTo>
                    <a:cubicBezTo>
                      <a:pt x="32594" y="40753"/>
                      <a:pt x="31488" y="40546"/>
                      <a:pt x="30710" y="40615"/>
                    </a:cubicBezTo>
                    <a:cubicBezTo>
                      <a:pt x="30312" y="40650"/>
                      <a:pt x="29794" y="40598"/>
                      <a:pt x="29673" y="41134"/>
                    </a:cubicBezTo>
                    <a:cubicBezTo>
                      <a:pt x="29552" y="41669"/>
                      <a:pt x="30036" y="41825"/>
                      <a:pt x="30382" y="42032"/>
                    </a:cubicBezTo>
                    <a:cubicBezTo>
                      <a:pt x="30898" y="42336"/>
                      <a:pt x="31474" y="42934"/>
                      <a:pt x="32011" y="42934"/>
                    </a:cubicBezTo>
                    <a:cubicBezTo>
                      <a:pt x="32175" y="42934"/>
                      <a:pt x="32336" y="42878"/>
                      <a:pt x="32490" y="42741"/>
                    </a:cubicBezTo>
                    <a:cubicBezTo>
                      <a:pt x="33354" y="41963"/>
                      <a:pt x="33890" y="40788"/>
                      <a:pt x="34512" y="39751"/>
                    </a:cubicBezTo>
                    <a:cubicBezTo>
                      <a:pt x="34586" y="39617"/>
                      <a:pt x="34289" y="39329"/>
                      <a:pt x="34602" y="39329"/>
                    </a:cubicBezTo>
                    <a:cubicBezTo>
                      <a:pt x="34653" y="39329"/>
                      <a:pt x="34719" y="39337"/>
                      <a:pt x="34806" y="39354"/>
                    </a:cubicBezTo>
                    <a:cubicBezTo>
                      <a:pt x="34890" y="39373"/>
                      <a:pt x="34965" y="39381"/>
                      <a:pt x="35031" y="39381"/>
                    </a:cubicBezTo>
                    <a:cubicBezTo>
                      <a:pt x="35567" y="39381"/>
                      <a:pt x="35557" y="38814"/>
                      <a:pt x="35341" y="38507"/>
                    </a:cubicBezTo>
                    <a:cubicBezTo>
                      <a:pt x="34806" y="37781"/>
                      <a:pt x="34546" y="36658"/>
                      <a:pt x="33561" y="36468"/>
                    </a:cubicBezTo>
                    <a:cubicBezTo>
                      <a:pt x="32248" y="36208"/>
                      <a:pt x="31591" y="35206"/>
                      <a:pt x="30727" y="34411"/>
                    </a:cubicBezTo>
                    <a:cubicBezTo>
                      <a:pt x="30468" y="34169"/>
                      <a:pt x="30278" y="33910"/>
                      <a:pt x="30485" y="33599"/>
                    </a:cubicBezTo>
                    <a:cubicBezTo>
                      <a:pt x="30551" y="33501"/>
                      <a:pt x="30628" y="33465"/>
                      <a:pt x="30705" y="33465"/>
                    </a:cubicBezTo>
                    <a:close/>
                    <a:moveTo>
                      <a:pt x="65829" y="50622"/>
                    </a:moveTo>
                    <a:cubicBezTo>
                      <a:pt x="66138" y="50622"/>
                      <a:pt x="66376" y="50877"/>
                      <a:pt x="66569" y="51209"/>
                    </a:cubicBezTo>
                    <a:cubicBezTo>
                      <a:pt x="67601" y="52923"/>
                      <a:pt x="68767" y="54401"/>
                      <a:pt x="70703" y="54401"/>
                    </a:cubicBezTo>
                    <a:cubicBezTo>
                      <a:pt x="71167" y="54401"/>
                      <a:pt x="71676" y="54316"/>
                      <a:pt x="72237" y="54129"/>
                    </a:cubicBezTo>
                    <a:cubicBezTo>
                      <a:pt x="72263" y="54119"/>
                      <a:pt x="72291" y="54114"/>
                      <a:pt x="72320" y="54114"/>
                    </a:cubicBezTo>
                    <a:cubicBezTo>
                      <a:pt x="72487" y="54114"/>
                      <a:pt x="72701" y="54260"/>
                      <a:pt x="72877" y="54319"/>
                    </a:cubicBezTo>
                    <a:cubicBezTo>
                      <a:pt x="72687" y="54406"/>
                      <a:pt x="72514" y="54527"/>
                      <a:pt x="72358" y="54665"/>
                    </a:cubicBezTo>
                    <a:lnTo>
                      <a:pt x="72358" y="54682"/>
                    </a:lnTo>
                    <a:cubicBezTo>
                      <a:pt x="71675" y="55659"/>
                      <a:pt x="71022" y="56681"/>
                      <a:pt x="69648" y="56681"/>
                    </a:cubicBezTo>
                    <a:cubicBezTo>
                      <a:pt x="69564" y="56681"/>
                      <a:pt x="69476" y="56678"/>
                      <a:pt x="69386" y="56669"/>
                    </a:cubicBezTo>
                    <a:cubicBezTo>
                      <a:pt x="69196" y="56600"/>
                      <a:pt x="68850" y="56549"/>
                      <a:pt x="68850" y="56445"/>
                    </a:cubicBezTo>
                    <a:cubicBezTo>
                      <a:pt x="68660" y="54216"/>
                      <a:pt x="66258" y="53559"/>
                      <a:pt x="65532" y="51727"/>
                    </a:cubicBezTo>
                    <a:cubicBezTo>
                      <a:pt x="65394" y="51381"/>
                      <a:pt x="64945" y="50932"/>
                      <a:pt x="65584" y="50673"/>
                    </a:cubicBezTo>
                    <a:cubicBezTo>
                      <a:pt x="65670" y="50638"/>
                      <a:pt x="65752" y="50622"/>
                      <a:pt x="65829" y="50622"/>
                    </a:cubicBezTo>
                    <a:close/>
                    <a:moveTo>
                      <a:pt x="50497" y="52695"/>
                    </a:moveTo>
                    <a:lnTo>
                      <a:pt x="50497" y="52695"/>
                    </a:lnTo>
                    <a:cubicBezTo>
                      <a:pt x="51016" y="52885"/>
                      <a:pt x="51863" y="52937"/>
                      <a:pt x="52001" y="53265"/>
                    </a:cubicBezTo>
                    <a:cubicBezTo>
                      <a:pt x="53055" y="55840"/>
                      <a:pt x="55734" y="57464"/>
                      <a:pt x="56114" y="60420"/>
                    </a:cubicBezTo>
                    <a:cubicBezTo>
                      <a:pt x="56252" y="61439"/>
                      <a:pt x="57323" y="61802"/>
                      <a:pt x="57859" y="62580"/>
                    </a:cubicBezTo>
                    <a:cubicBezTo>
                      <a:pt x="59294" y="64654"/>
                      <a:pt x="60106" y="66952"/>
                      <a:pt x="60763" y="69337"/>
                    </a:cubicBezTo>
                    <a:cubicBezTo>
                      <a:pt x="58533" y="67643"/>
                      <a:pt x="56615" y="65656"/>
                      <a:pt x="55336" y="63133"/>
                    </a:cubicBezTo>
                    <a:cubicBezTo>
                      <a:pt x="55198" y="62874"/>
                      <a:pt x="55008" y="62614"/>
                      <a:pt x="55008" y="62355"/>
                    </a:cubicBezTo>
                    <a:cubicBezTo>
                      <a:pt x="54990" y="58916"/>
                      <a:pt x="52139" y="56739"/>
                      <a:pt x="51189" y="53697"/>
                    </a:cubicBezTo>
                    <a:cubicBezTo>
                      <a:pt x="51085" y="53334"/>
                      <a:pt x="50739" y="53040"/>
                      <a:pt x="50497" y="52695"/>
                    </a:cubicBezTo>
                    <a:close/>
                    <a:moveTo>
                      <a:pt x="87976" y="1"/>
                    </a:moveTo>
                    <a:cubicBezTo>
                      <a:pt x="87018" y="1"/>
                      <a:pt x="85745" y="1010"/>
                      <a:pt x="84455" y="1127"/>
                    </a:cubicBezTo>
                    <a:cubicBezTo>
                      <a:pt x="83776" y="1176"/>
                      <a:pt x="83111" y="1512"/>
                      <a:pt x="82448" y="1512"/>
                    </a:cubicBezTo>
                    <a:cubicBezTo>
                      <a:pt x="82403" y="1512"/>
                      <a:pt x="82358" y="1511"/>
                      <a:pt x="82313" y="1507"/>
                    </a:cubicBezTo>
                    <a:cubicBezTo>
                      <a:pt x="82281" y="1506"/>
                      <a:pt x="82250" y="1506"/>
                      <a:pt x="82218" y="1506"/>
                    </a:cubicBezTo>
                    <a:cubicBezTo>
                      <a:pt x="80376" y="1506"/>
                      <a:pt x="79245" y="3375"/>
                      <a:pt x="77443" y="3375"/>
                    </a:cubicBezTo>
                    <a:cubicBezTo>
                      <a:pt x="77340" y="3375"/>
                      <a:pt x="77235" y="3369"/>
                      <a:pt x="77128" y="3356"/>
                    </a:cubicBezTo>
                    <a:cubicBezTo>
                      <a:pt x="77026" y="3344"/>
                      <a:pt x="76928" y="3335"/>
                      <a:pt x="76837" y="3335"/>
                    </a:cubicBezTo>
                    <a:cubicBezTo>
                      <a:pt x="76434" y="3335"/>
                      <a:pt x="76136" y="3491"/>
                      <a:pt x="75953" y="4082"/>
                    </a:cubicBezTo>
                    <a:cubicBezTo>
                      <a:pt x="75843" y="4459"/>
                      <a:pt x="75132" y="4980"/>
                      <a:pt x="74758" y="4980"/>
                    </a:cubicBezTo>
                    <a:cubicBezTo>
                      <a:pt x="74720" y="4980"/>
                      <a:pt x="74687" y="4974"/>
                      <a:pt x="74657" y="4964"/>
                    </a:cubicBezTo>
                    <a:cubicBezTo>
                      <a:pt x="73910" y="4715"/>
                      <a:pt x="73366" y="4590"/>
                      <a:pt x="73013" y="4590"/>
                    </a:cubicBezTo>
                    <a:cubicBezTo>
                      <a:pt x="72190" y="4590"/>
                      <a:pt x="72409" y="5268"/>
                      <a:pt x="73534" y="6623"/>
                    </a:cubicBezTo>
                    <a:cubicBezTo>
                      <a:pt x="73585" y="6692"/>
                      <a:pt x="73499" y="6882"/>
                      <a:pt x="73482" y="7003"/>
                    </a:cubicBezTo>
                    <a:cubicBezTo>
                      <a:pt x="73413" y="6968"/>
                      <a:pt x="73292" y="6951"/>
                      <a:pt x="73240" y="6882"/>
                    </a:cubicBezTo>
                    <a:cubicBezTo>
                      <a:pt x="72877" y="6381"/>
                      <a:pt x="72324" y="5914"/>
                      <a:pt x="72220" y="5344"/>
                    </a:cubicBezTo>
                    <a:cubicBezTo>
                      <a:pt x="72065" y="4531"/>
                      <a:pt x="71961" y="3840"/>
                      <a:pt x="71010" y="3650"/>
                    </a:cubicBezTo>
                    <a:cubicBezTo>
                      <a:pt x="70839" y="3615"/>
                      <a:pt x="70680" y="3599"/>
                      <a:pt x="70533" y="3599"/>
                    </a:cubicBezTo>
                    <a:cubicBezTo>
                      <a:pt x="69359" y="3599"/>
                      <a:pt x="68898" y="4626"/>
                      <a:pt x="68315" y="5517"/>
                    </a:cubicBezTo>
                    <a:cubicBezTo>
                      <a:pt x="67865" y="6208"/>
                      <a:pt x="68349" y="6536"/>
                      <a:pt x="68729" y="6934"/>
                    </a:cubicBezTo>
                    <a:cubicBezTo>
                      <a:pt x="68798" y="7003"/>
                      <a:pt x="68850" y="7089"/>
                      <a:pt x="68902" y="7176"/>
                    </a:cubicBezTo>
                    <a:cubicBezTo>
                      <a:pt x="68817" y="7188"/>
                      <a:pt x="68731" y="7200"/>
                      <a:pt x="68645" y="7200"/>
                    </a:cubicBezTo>
                    <a:cubicBezTo>
                      <a:pt x="68610" y="7200"/>
                      <a:pt x="68575" y="7198"/>
                      <a:pt x="68539" y="7193"/>
                    </a:cubicBezTo>
                    <a:cubicBezTo>
                      <a:pt x="67376" y="7024"/>
                      <a:pt x="66212" y="6691"/>
                      <a:pt x="65033" y="6691"/>
                    </a:cubicBezTo>
                    <a:cubicBezTo>
                      <a:pt x="65003" y="6691"/>
                      <a:pt x="64974" y="6691"/>
                      <a:pt x="64945" y="6692"/>
                    </a:cubicBezTo>
                    <a:cubicBezTo>
                      <a:pt x="64584" y="6692"/>
                      <a:pt x="63909" y="6196"/>
                      <a:pt x="63437" y="6196"/>
                    </a:cubicBezTo>
                    <a:cubicBezTo>
                      <a:pt x="63072" y="6196"/>
                      <a:pt x="62827" y="6492"/>
                      <a:pt x="62940" y="7538"/>
                    </a:cubicBezTo>
                    <a:cubicBezTo>
                      <a:pt x="62940" y="7608"/>
                      <a:pt x="62525" y="7711"/>
                      <a:pt x="62283" y="7798"/>
                    </a:cubicBezTo>
                    <a:cubicBezTo>
                      <a:pt x="61879" y="7955"/>
                      <a:pt x="61464" y="8005"/>
                      <a:pt x="61043" y="8005"/>
                    </a:cubicBezTo>
                    <a:cubicBezTo>
                      <a:pt x="60325" y="8005"/>
                      <a:pt x="59591" y="7860"/>
                      <a:pt x="58870" y="7860"/>
                    </a:cubicBezTo>
                    <a:cubicBezTo>
                      <a:pt x="58295" y="7860"/>
                      <a:pt x="57729" y="7952"/>
                      <a:pt x="57185" y="8282"/>
                    </a:cubicBezTo>
                    <a:cubicBezTo>
                      <a:pt x="56736" y="8610"/>
                      <a:pt x="56304" y="8938"/>
                      <a:pt x="55837" y="9267"/>
                    </a:cubicBezTo>
                    <a:cubicBezTo>
                      <a:pt x="55671" y="9381"/>
                      <a:pt x="55417" y="9527"/>
                      <a:pt x="55226" y="9527"/>
                    </a:cubicBezTo>
                    <a:cubicBezTo>
                      <a:pt x="55100" y="9527"/>
                      <a:pt x="55001" y="9463"/>
                      <a:pt x="54973" y="9284"/>
                    </a:cubicBezTo>
                    <a:cubicBezTo>
                      <a:pt x="54819" y="8258"/>
                      <a:pt x="54209" y="8003"/>
                      <a:pt x="53545" y="8003"/>
                    </a:cubicBezTo>
                    <a:cubicBezTo>
                      <a:pt x="53313" y="8003"/>
                      <a:pt x="53075" y="8034"/>
                      <a:pt x="52848" y="8074"/>
                    </a:cubicBezTo>
                    <a:cubicBezTo>
                      <a:pt x="51897" y="8264"/>
                      <a:pt x="52416" y="9232"/>
                      <a:pt x="52295" y="9854"/>
                    </a:cubicBezTo>
                    <a:cubicBezTo>
                      <a:pt x="52156" y="10615"/>
                      <a:pt x="51344" y="10096"/>
                      <a:pt x="50998" y="10545"/>
                    </a:cubicBezTo>
                    <a:cubicBezTo>
                      <a:pt x="50949" y="10609"/>
                      <a:pt x="50910" y="10635"/>
                      <a:pt x="50880" y="10635"/>
                    </a:cubicBezTo>
                    <a:cubicBezTo>
                      <a:pt x="50805" y="10635"/>
                      <a:pt x="50789" y="10469"/>
                      <a:pt x="50826" y="10321"/>
                    </a:cubicBezTo>
                    <a:cubicBezTo>
                      <a:pt x="51033" y="8990"/>
                      <a:pt x="50221" y="8541"/>
                      <a:pt x="49115" y="8161"/>
                    </a:cubicBezTo>
                    <a:cubicBezTo>
                      <a:pt x="46903" y="7400"/>
                      <a:pt x="44535" y="7176"/>
                      <a:pt x="42392" y="6070"/>
                    </a:cubicBezTo>
                    <a:cubicBezTo>
                      <a:pt x="41667" y="5697"/>
                      <a:pt x="40852" y="5536"/>
                      <a:pt x="40032" y="5536"/>
                    </a:cubicBezTo>
                    <a:cubicBezTo>
                      <a:pt x="39367" y="5536"/>
                      <a:pt x="38699" y="5642"/>
                      <a:pt x="38072" y="5828"/>
                    </a:cubicBezTo>
                    <a:cubicBezTo>
                      <a:pt x="36033" y="6432"/>
                      <a:pt x="33838" y="6502"/>
                      <a:pt x="31989" y="7642"/>
                    </a:cubicBezTo>
                    <a:cubicBezTo>
                      <a:pt x="31263" y="8074"/>
                      <a:pt x="29206" y="7296"/>
                      <a:pt x="30226" y="9457"/>
                    </a:cubicBezTo>
                    <a:cubicBezTo>
                      <a:pt x="30278" y="9578"/>
                      <a:pt x="29984" y="9854"/>
                      <a:pt x="29863" y="10079"/>
                    </a:cubicBezTo>
                    <a:cubicBezTo>
                      <a:pt x="28653" y="12412"/>
                      <a:pt x="26234" y="13224"/>
                      <a:pt x="24229" y="14555"/>
                    </a:cubicBezTo>
                    <a:cubicBezTo>
                      <a:pt x="22536" y="15661"/>
                      <a:pt x="23486" y="17112"/>
                      <a:pt x="24022" y="18236"/>
                    </a:cubicBezTo>
                    <a:cubicBezTo>
                      <a:pt x="24328" y="18880"/>
                      <a:pt x="24972" y="19241"/>
                      <a:pt x="25627" y="19241"/>
                    </a:cubicBezTo>
                    <a:cubicBezTo>
                      <a:pt x="26008" y="19241"/>
                      <a:pt x="26393" y="19119"/>
                      <a:pt x="26718" y="18858"/>
                    </a:cubicBezTo>
                    <a:cubicBezTo>
                      <a:pt x="27228" y="18470"/>
                      <a:pt x="27609" y="18306"/>
                      <a:pt x="27903" y="18306"/>
                    </a:cubicBezTo>
                    <a:cubicBezTo>
                      <a:pt x="28524" y="18306"/>
                      <a:pt x="28748" y="19042"/>
                      <a:pt x="28947" y="19946"/>
                    </a:cubicBezTo>
                    <a:cubicBezTo>
                      <a:pt x="28982" y="20223"/>
                      <a:pt x="28999" y="20499"/>
                      <a:pt x="28982" y="20776"/>
                    </a:cubicBezTo>
                    <a:cubicBezTo>
                      <a:pt x="28774" y="20551"/>
                      <a:pt x="28446" y="20396"/>
                      <a:pt x="28342" y="20119"/>
                    </a:cubicBezTo>
                    <a:cubicBezTo>
                      <a:pt x="28124" y="19474"/>
                      <a:pt x="27849" y="19234"/>
                      <a:pt x="27528" y="19234"/>
                    </a:cubicBezTo>
                    <a:cubicBezTo>
                      <a:pt x="27212" y="19234"/>
                      <a:pt x="26853" y="19465"/>
                      <a:pt x="26459" y="19774"/>
                    </a:cubicBezTo>
                    <a:cubicBezTo>
                      <a:pt x="25646" y="20379"/>
                      <a:pt x="25958" y="21260"/>
                      <a:pt x="26130" y="21899"/>
                    </a:cubicBezTo>
                    <a:cubicBezTo>
                      <a:pt x="26459" y="23092"/>
                      <a:pt x="25802" y="23420"/>
                      <a:pt x="24938" y="23627"/>
                    </a:cubicBezTo>
                    <a:cubicBezTo>
                      <a:pt x="23901" y="23852"/>
                      <a:pt x="23072" y="24267"/>
                      <a:pt x="22553" y="25269"/>
                    </a:cubicBezTo>
                    <a:cubicBezTo>
                      <a:pt x="22273" y="25790"/>
                      <a:pt x="21682" y="26043"/>
                      <a:pt x="21157" y="26043"/>
                    </a:cubicBezTo>
                    <a:cubicBezTo>
                      <a:pt x="21003" y="26043"/>
                      <a:pt x="20855" y="26021"/>
                      <a:pt x="20721" y="25978"/>
                    </a:cubicBezTo>
                    <a:cubicBezTo>
                      <a:pt x="20116" y="25788"/>
                      <a:pt x="20963" y="25390"/>
                      <a:pt x="20946" y="24993"/>
                    </a:cubicBezTo>
                    <a:cubicBezTo>
                      <a:pt x="20929" y="24543"/>
                      <a:pt x="20738" y="24129"/>
                      <a:pt x="20410" y="23835"/>
                    </a:cubicBezTo>
                    <a:cubicBezTo>
                      <a:pt x="19477" y="22798"/>
                      <a:pt x="18354" y="21709"/>
                      <a:pt x="18215" y="20327"/>
                    </a:cubicBezTo>
                    <a:cubicBezTo>
                      <a:pt x="18098" y="19205"/>
                      <a:pt x="17332" y="17921"/>
                      <a:pt x="16200" y="17921"/>
                    </a:cubicBezTo>
                    <a:cubicBezTo>
                      <a:pt x="16163" y="17921"/>
                      <a:pt x="16127" y="17922"/>
                      <a:pt x="16090" y="17925"/>
                    </a:cubicBezTo>
                    <a:cubicBezTo>
                      <a:pt x="15105" y="17976"/>
                      <a:pt x="14068" y="18391"/>
                      <a:pt x="13930" y="19221"/>
                    </a:cubicBezTo>
                    <a:cubicBezTo>
                      <a:pt x="13670" y="20430"/>
                      <a:pt x="14137" y="21709"/>
                      <a:pt x="15122" y="22470"/>
                    </a:cubicBezTo>
                    <a:cubicBezTo>
                      <a:pt x="15952" y="23109"/>
                      <a:pt x="15952" y="23161"/>
                      <a:pt x="15589" y="23489"/>
                    </a:cubicBezTo>
                    <a:cubicBezTo>
                      <a:pt x="14448" y="24526"/>
                      <a:pt x="14915" y="26116"/>
                      <a:pt x="14292" y="27377"/>
                    </a:cubicBezTo>
                    <a:cubicBezTo>
                      <a:pt x="14143" y="27687"/>
                      <a:pt x="14420" y="27822"/>
                      <a:pt x="14760" y="27822"/>
                    </a:cubicBezTo>
                    <a:cubicBezTo>
                      <a:pt x="14932" y="27822"/>
                      <a:pt x="15121" y="27787"/>
                      <a:pt x="15278" y="27723"/>
                    </a:cubicBezTo>
                    <a:cubicBezTo>
                      <a:pt x="16510" y="27249"/>
                      <a:pt x="17772" y="26919"/>
                      <a:pt x="19089" y="26919"/>
                    </a:cubicBezTo>
                    <a:cubicBezTo>
                      <a:pt x="19212" y="26919"/>
                      <a:pt x="19336" y="26922"/>
                      <a:pt x="19460" y="26928"/>
                    </a:cubicBezTo>
                    <a:lnTo>
                      <a:pt x="19874" y="26928"/>
                    </a:lnTo>
                    <a:cubicBezTo>
                      <a:pt x="19840" y="26997"/>
                      <a:pt x="19823" y="27136"/>
                      <a:pt x="19753" y="27153"/>
                    </a:cubicBezTo>
                    <a:cubicBezTo>
                      <a:pt x="18630" y="27585"/>
                      <a:pt x="17507" y="28138"/>
                      <a:pt x="16349" y="28414"/>
                    </a:cubicBezTo>
                    <a:cubicBezTo>
                      <a:pt x="15692" y="28570"/>
                      <a:pt x="14915" y="28432"/>
                      <a:pt x="14707" y="29209"/>
                    </a:cubicBezTo>
                    <a:cubicBezTo>
                      <a:pt x="14500" y="30004"/>
                      <a:pt x="15260" y="30194"/>
                      <a:pt x="15813" y="30505"/>
                    </a:cubicBezTo>
                    <a:cubicBezTo>
                      <a:pt x="17161" y="31318"/>
                      <a:pt x="17369" y="32493"/>
                      <a:pt x="16867" y="33910"/>
                    </a:cubicBezTo>
                    <a:cubicBezTo>
                      <a:pt x="16664" y="34503"/>
                      <a:pt x="16349" y="34660"/>
                      <a:pt x="15995" y="34660"/>
                    </a:cubicBezTo>
                    <a:cubicBezTo>
                      <a:pt x="15626" y="34660"/>
                      <a:pt x="15216" y="34489"/>
                      <a:pt x="14846" y="34463"/>
                    </a:cubicBezTo>
                    <a:cubicBezTo>
                      <a:pt x="13916" y="34396"/>
                      <a:pt x="12987" y="34203"/>
                      <a:pt x="12042" y="34203"/>
                    </a:cubicBezTo>
                    <a:cubicBezTo>
                      <a:pt x="12003" y="34203"/>
                      <a:pt x="11964" y="34203"/>
                      <a:pt x="11925" y="34204"/>
                    </a:cubicBezTo>
                    <a:cubicBezTo>
                      <a:pt x="10957" y="34221"/>
                      <a:pt x="9834" y="34446"/>
                      <a:pt x="9989" y="35759"/>
                    </a:cubicBezTo>
                    <a:cubicBezTo>
                      <a:pt x="10128" y="37072"/>
                      <a:pt x="9834" y="38196"/>
                      <a:pt x="9592" y="39440"/>
                    </a:cubicBezTo>
                    <a:cubicBezTo>
                      <a:pt x="9385" y="40425"/>
                      <a:pt x="8693" y="42136"/>
                      <a:pt x="10542" y="42464"/>
                    </a:cubicBezTo>
                    <a:cubicBezTo>
                      <a:pt x="12305" y="42758"/>
                      <a:pt x="12668" y="43173"/>
                      <a:pt x="11735" y="44693"/>
                    </a:cubicBezTo>
                    <a:cubicBezTo>
                      <a:pt x="11389" y="45298"/>
                      <a:pt x="10888" y="45817"/>
                      <a:pt x="10300" y="46180"/>
                    </a:cubicBezTo>
                    <a:cubicBezTo>
                      <a:pt x="9108" y="46871"/>
                      <a:pt x="8175" y="47752"/>
                      <a:pt x="8313" y="49342"/>
                    </a:cubicBezTo>
                    <a:cubicBezTo>
                      <a:pt x="8365" y="49964"/>
                      <a:pt x="8140" y="50707"/>
                      <a:pt x="7535" y="50967"/>
                    </a:cubicBezTo>
                    <a:cubicBezTo>
                      <a:pt x="5168" y="52021"/>
                      <a:pt x="3768" y="53991"/>
                      <a:pt x="2662" y="56168"/>
                    </a:cubicBezTo>
                    <a:cubicBezTo>
                      <a:pt x="1781" y="57931"/>
                      <a:pt x="122" y="59469"/>
                      <a:pt x="1279" y="61888"/>
                    </a:cubicBezTo>
                    <a:cubicBezTo>
                      <a:pt x="1936" y="63236"/>
                      <a:pt x="1573" y="64792"/>
                      <a:pt x="830" y="66209"/>
                    </a:cubicBezTo>
                    <a:cubicBezTo>
                      <a:pt x="1" y="67781"/>
                      <a:pt x="744" y="70477"/>
                      <a:pt x="2126" y="71687"/>
                    </a:cubicBezTo>
                    <a:cubicBezTo>
                      <a:pt x="2420" y="71946"/>
                      <a:pt x="2662" y="72240"/>
                      <a:pt x="2818" y="72586"/>
                    </a:cubicBezTo>
                    <a:cubicBezTo>
                      <a:pt x="4027" y="75040"/>
                      <a:pt x="5462" y="77303"/>
                      <a:pt x="7881" y="78755"/>
                    </a:cubicBezTo>
                    <a:cubicBezTo>
                      <a:pt x="8455" y="79100"/>
                      <a:pt x="9053" y="79742"/>
                      <a:pt x="9645" y="79742"/>
                    </a:cubicBezTo>
                    <a:cubicBezTo>
                      <a:pt x="9766" y="79742"/>
                      <a:pt x="9887" y="79715"/>
                      <a:pt x="10007" y="79654"/>
                    </a:cubicBezTo>
                    <a:cubicBezTo>
                      <a:pt x="12824" y="78254"/>
                      <a:pt x="16142" y="79844"/>
                      <a:pt x="18889" y="77874"/>
                    </a:cubicBezTo>
                    <a:cubicBezTo>
                      <a:pt x="19326" y="77562"/>
                      <a:pt x="19938" y="77352"/>
                      <a:pt x="20558" y="77352"/>
                    </a:cubicBezTo>
                    <a:cubicBezTo>
                      <a:pt x="21313" y="77352"/>
                      <a:pt x="22079" y="77663"/>
                      <a:pt x="22553" y="78479"/>
                    </a:cubicBezTo>
                    <a:cubicBezTo>
                      <a:pt x="23034" y="79313"/>
                      <a:pt x="23538" y="79650"/>
                      <a:pt x="24283" y="79650"/>
                    </a:cubicBezTo>
                    <a:cubicBezTo>
                      <a:pt x="24448" y="79650"/>
                      <a:pt x="24626" y="79633"/>
                      <a:pt x="24817" y="79602"/>
                    </a:cubicBezTo>
                    <a:cubicBezTo>
                      <a:pt x="24994" y="79574"/>
                      <a:pt x="25161" y="79561"/>
                      <a:pt x="25317" y="79561"/>
                    </a:cubicBezTo>
                    <a:cubicBezTo>
                      <a:pt x="26715" y="79561"/>
                      <a:pt x="27271" y="80640"/>
                      <a:pt x="26960" y="82194"/>
                    </a:cubicBezTo>
                    <a:cubicBezTo>
                      <a:pt x="26683" y="83611"/>
                      <a:pt x="25750" y="85218"/>
                      <a:pt x="26545" y="86480"/>
                    </a:cubicBezTo>
                    <a:cubicBezTo>
                      <a:pt x="27461" y="87966"/>
                      <a:pt x="28515" y="89400"/>
                      <a:pt x="29206" y="90973"/>
                    </a:cubicBezTo>
                    <a:cubicBezTo>
                      <a:pt x="30416" y="93721"/>
                      <a:pt x="31298" y="96641"/>
                      <a:pt x="29777" y="99631"/>
                    </a:cubicBezTo>
                    <a:cubicBezTo>
                      <a:pt x="28809" y="101515"/>
                      <a:pt x="28619" y="103502"/>
                      <a:pt x="29535" y="105369"/>
                    </a:cubicBezTo>
                    <a:cubicBezTo>
                      <a:pt x="30503" y="107321"/>
                      <a:pt x="31228" y="109274"/>
                      <a:pt x="31488" y="111469"/>
                    </a:cubicBezTo>
                    <a:cubicBezTo>
                      <a:pt x="31712" y="113456"/>
                      <a:pt x="31695" y="115599"/>
                      <a:pt x="33371" y="117172"/>
                    </a:cubicBezTo>
                    <a:cubicBezTo>
                      <a:pt x="34322" y="118088"/>
                      <a:pt x="34581" y="119436"/>
                      <a:pt x="35013" y="120645"/>
                    </a:cubicBezTo>
                    <a:cubicBezTo>
                      <a:pt x="35393" y="121717"/>
                      <a:pt x="34546" y="123065"/>
                      <a:pt x="35843" y="123998"/>
                    </a:cubicBezTo>
                    <a:cubicBezTo>
                      <a:pt x="36206" y="124270"/>
                      <a:pt x="36549" y="124368"/>
                      <a:pt x="36881" y="124368"/>
                    </a:cubicBezTo>
                    <a:cubicBezTo>
                      <a:pt x="37735" y="124368"/>
                      <a:pt x="38515" y="123721"/>
                      <a:pt x="39372" y="123721"/>
                    </a:cubicBezTo>
                    <a:cubicBezTo>
                      <a:pt x="39388" y="123721"/>
                      <a:pt x="39404" y="123721"/>
                      <a:pt x="39420" y="123721"/>
                    </a:cubicBezTo>
                    <a:cubicBezTo>
                      <a:pt x="39526" y="123724"/>
                      <a:pt x="39630" y="123725"/>
                      <a:pt x="39734" y="123725"/>
                    </a:cubicBezTo>
                    <a:cubicBezTo>
                      <a:pt x="44937" y="123725"/>
                      <a:pt x="47636" y="120353"/>
                      <a:pt x="49754" y="116100"/>
                    </a:cubicBezTo>
                    <a:cubicBezTo>
                      <a:pt x="50186" y="115236"/>
                      <a:pt x="49720" y="113957"/>
                      <a:pt x="50826" y="113508"/>
                    </a:cubicBezTo>
                    <a:cubicBezTo>
                      <a:pt x="52761" y="112713"/>
                      <a:pt x="53193" y="111175"/>
                      <a:pt x="52692" y="109499"/>
                    </a:cubicBezTo>
                    <a:cubicBezTo>
                      <a:pt x="51949" y="107028"/>
                      <a:pt x="53297" y="106112"/>
                      <a:pt x="55181" y="105282"/>
                    </a:cubicBezTo>
                    <a:cubicBezTo>
                      <a:pt x="57773" y="104107"/>
                      <a:pt x="59449" y="98370"/>
                      <a:pt x="57963" y="96071"/>
                    </a:cubicBezTo>
                    <a:cubicBezTo>
                      <a:pt x="56770" y="94239"/>
                      <a:pt x="57099" y="92217"/>
                      <a:pt x="57444" y="90316"/>
                    </a:cubicBezTo>
                    <a:cubicBezTo>
                      <a:pt x="57911" y="87621"/>
                      <a:pt x="59933" y="85823"/>
                      <a:pt x="61851" y="84164"/>
                    </a:cubicBezTo>
                    <a:cubicBezTo>
                      <a:pt x="65601" y="80915"/>
                      <a:pt x="68055" y="76992"/>
                      <a:pt x="69109" y="72171"/>
                    </a:cubicBezTo>
                    <a:cubicBezTo>
                      <a:pt x="69271" y="71459"/>
                      <a:pt x="69266" y="70656"/>
                      <a:pt x="68371" y="70656"/>
                    </a:cubicBezTo>
                    <a:cubicBezTo>
                      <a:pt x="68311" y="70656"/>
                      <a:pt x="68246" y="70660"/>
                      <a:pt x="68176" y="70667"/>
                    </a:cubicBezTo>
                    <a:cubicBezTo>
                      <a:pt x="67157" y="70788"/>
                      <a:pt x="66154" y="71151"/>
                      <a:pt x="65152" y="71462"/>
                    </a:cubicBezTo>
                    <a:cubicBezTo>
                      <a:pt x="63960" y="71826"/>
                      <a:pt x="63201" y="72060"/>
                      <a:pt x="62664" y="72060"/>
                    </a:cubicBezTo>
                    <a:cubicBezTo>
                      <a:pt x="61727" y="72060"/>
                      <a:pt x="61469" y="71346"/>
                      <a:pt x="60772" y="69363"/>
                    </a:cubicBezTo>
                    <a:lnTo>
                      <a:pt x="60772" y="69363"/>
                    </a:lnTo>
                    <a:cubicBezTo>
                      <a:pt x="61180" y="69747"/>
                      <a:pt x="61467" y="70422"/>
                      <a:pt x="62074" y="70422"/>
                    </a:cubicBezTo>
                    <a:cubicBezTo>
                      <a:pt x="62180" y="70422"/>
                      <a:pt x="62295" y="70402"/>
                      <a:pt x="62422" y="70356"/>
                    </a:cubicBezTo>
                    <a:cubicBezTo>
                      <a:pt x="63925" y="69769"/>
                      <a:pt x="65359" y="68957"/>
                      <a:pt x="66897" y="68455"/>
                    </a:cubicBezTo>
                    <a:cubicBezTo>
                      <a:pt x="68660" y="67868"/>
                      <a:pt x="69732" y="66209"/>
                      <a:pt x="71391" y="65639"/>
                    </a:cubicBezTo>
                    <a:cubicBezTo>
                      <a:pt x="73706" y="64844"/>
                      <a:pt x="76713" y="61716"/>
                      <a:pt x="76852" y="59383"/>
                    </a:cubicBezTo>
                    <a:cubicBezTo>
                      <a:pt x="76834" y="59072"/>
                      <a:pt x="76713" y="58778"/>
                      <a:pt x="76506" y="58553"/>
                    </a:cubicBezTo>
                    <a:cubicBezTo>
                      <a:pt x="75918" y="57810"/>
                      <a:pt x="75279" y="57153"/>
                      <a:pt x="74294" y="56894"/>
                    </a:cubicBezTo>
                    <a:cubicBezTo>
                      <a:pt x="73724" y="56739"/>
                      <a:pt x="73378" y="56151"/>
                      <a:pt x="73516" y="55581"/>
                    </a:cubicBezTo>
                    <a:cubicBezTo>
                      <a:pt x="73547" y="55481"/>
                      <a:pt x="73596" y="55443"/>
                      <a:pt x="73658" y="55443"/>
                    </a:cubicBezTo>
                    <a:cubicBezTo>
                      <a:pt x="73842" y="55443"/>
                      <a:pt x="74139" y="55775"/>
                      <a:pt x="74398" y="55788"/>
                    </a:cubicBezTo>
                    <a:cubicBezTo>
                      <a:pt x="75366" y="55855"/>
                      <a:pt x="76333" y="56083"/>
                      <a:pt x="77301" y="56083"/>
                    </a:cubicBezTo>
                    <a:cubicBezTo>
                      <a:pt x="77336" y="56083"/>
                      <a:pt x="77370" y="56083"/>
                      <a:pt x="77405" y="56082"/>
                    </a:cubicBezTo>
                    <a:cubicBezTo>
                      <a:pt x="77727" y="56077"/>
                      <a:pt x="78047" y="56073"/>
                      <a:pt x="78365" y="56073"/>
                    </a:cubicBezTo>
                    <a:cubicBezTo>
                      <a:pt x="81373" y="56073"/>
                      <a:pt x="84145" y="56432"/>
                      <a:pt x="85786" y="59746"/>
                    </a:cubicBezTo>
                    <a:cubicBezTo>
                      <a:pt x="86136" y="60461"/>
                      <a:pt x="86996" y="61297"/>
                      <a:pt x="88011" y="61297"/>
                    </a:cubicBezTo>
                    <a:cubicBezTo>
                      <a:pt x="88148" y="61297"/>
                      <a:pt x="88288" y="61282"/>
                      <a:pt x="88430" y="61249"/>
                    </a:cubicBezTo>
                    <a:cubicBezTo>
                      <a:pt x="88585" y="61214"/>
                      <a:pt x="88707" y="61197"/>
                      <a:pt x="88805" y="61197"/>
                    </a:cubicBezTo>
                    <a:cubicBezTo>
                      <a:pt x="89186" y="61197"/>
                      <a:pt x="89184" y="61451"/>
                      <a:pt x="89225" y="61837"/>
                    </a:cubicBezTo>
                    <a:cubicBezTo>
                      <a:pt x="89830" y="66554"/>
                      <a:pt x="91990" y="70685"/>
                      <a:pt x="94133" y="74832"/>
                    </a:cubicBezTo>
                    <a:cubicBezTo>
                      <a:pt x="94475" y="75487"/>
                      <a:pt x="94875" y="75911"/>
                      <a:pt x="95290" y="75911"/>
                    </a:cubicBezTo>
                    <a:cubicBezTo>
                      <a:pt x="95652" y="75911"/>
                      <a:pt x="96025" y="75588"/>
                      <a:pt x="96380" y="74815"/>
                    </a:cubicBezTo>
                    <a:cubicBezTo>
                      <a:pt x="96622" y="74297"/>
                      <a:pt x="97036" y="73847"/>
                      <a:pt x="97382" y="73381"/>
                    </a:cubicBezTo>
                    <a:lnTo>
                      <a:pt x="97538" y="73225"/>
                    </a:lnTo>
                    <a:cubicBezTo>
                      <a:pt x="98212" y="71618"/>
                      <a:pt x="98056" y="69993"/>
                      <a:pt x="97831" y="68317"/>
                    </a:cubicBezTo>
                    <a:cubicBezTo>
                      <a:pt x="97762" y="67833"/>
                      <a:pt x="97589" y="67211"/>
                      <a:pt x="98194" y="67073"/>
                    </a:cubicBezTo>
                    <a:cubicBezTo>
                      <a:pt x="99784" y="66693"/>
                      <a:pt x="100268" y="65258"/>
                      <a:pt x="101149" y="64187"/>
                    </a:cubicBezTo>
                    <a:cubicBezTo>
                      <a:pt x="102117" y="63029"/>
                      <a:pt x="103137" y="61629"/>
                      <a:pt x="104243" y="60903"/>
                    </a:cubicBezTo>
                    <a:cubicBezTo>
                      <a:pt x="104825" y="60515"/>
                      <a:pt x="105739" y="59942"/>
                      <a:pt x="106690" y="59942"/>
                    </a:cubicBezTo>
                    <a:cubicBezTo>
                      <a:pt x="107432" y="59942"/>
                      <a:pt x="108196" y="60292"/>
                      <a:pt x="108840" y="61353"/>
                    </a:cubicBezTo>
                    <a:cubicBezTo>
                      <a:pt x="109600" y="62632"/>
                      <a:pt x="110965" y="63565"/>
                      <a:pt x="111017" y="65258"/>
                    </a:cubicBezTo>
                    <a:cubicBezTo>
                      <a:pt x="111034" y="65777"/>
                      <a:pt x="110793" y="66433"/>
                      <a:pt x="111536" y="66693"/>
                    </a:cubicBezTo>
                    <a:cubicBezTo>
                      <a:pt x="111822" y="66788"/>
                      <a:pt x="112112" y="66862"/>
                      <a:pt x="112391" y="66862"/>
                    </a:cubicBezTo>
                    <a:cubicBezTo>
                      <a:pt x="112769" y="66862"/>
                      <a:pt x="113129" y="66727"/>
                      <a:pt x="113437" y="66330"/>
                    </a:cubicBezTo>
                    <a:cubicBezTo>
                      <a:pt x="113540" y="66205"/>
                      <a:pt x="113700" y="66031"/>
                      <a:pt x="113856" y="66031"/>
                    </a:cubicBezTo>
                    <a:cubicBezTo>
                      <a:pt x="113960" y="66031"/>
                      <a:pt x="114062" y="66109"/>
                      <a:pt x="114145" y="66330"/>
                    </a:cubicBezTo>
                    <a:cubicBezTo>
                      <a:pt x="114543" y="67470"/>
                      <a:pt x="114802" y="68663"/>
                      <a:pt x="115286" y="69769"/>
                    </a:cubicBezTo>
                    <a:cubicBezTo>
                      <a:pt x="116271" y="72033"/>
                      <a:pt x="114940" y="74677"/>
                      <a:pt x="116858" y="76871"/>
                    </a:cubicBezTo>
                    <a:cubicBezTo>
                      <a:pt x="118241" y="78461"/>
                      <a:pt x="118362" y="80915"/>
                      <a:pt x="119900" y="82540"/>
                    </a:cubicBezTo>
                    <a:cubicBezTo>
                      <a:pt x="120401" y="82799"/>
                      <a:pt x="120885" y="83058"/>
                      <a:pt x="121386" y="83300"/>
                    </a:cubicBezTo>
                    <a:cubicBezTo>
                      <a:pt x="121538" y="83368"/>
                      <a:pt x="121699" y="83403"/>
                      <a:pt x="121846" y="83403"/>
                    </a:cubicBezTo>
                    <a:cubicBezTo>
                      <a:pt x="122184" y="83403"/>
                      <a:pt x="122445" y="83219"/>
                      <a:pt x="122337" y="82834"/>
                    </a:cubicBezTo>
                    <a:cubicBezTo>
                      <a:pt x="121818" y="80915"/>
                      <a:pt x="121991" y="78790"/>
                      <a:pt x="119969" y="77355"/>
                    </a:cubicBezTo>
                    <a:cubicBezTo>
                      <a:pt x="118414" y="76249"/>
                      <a:pt x="117239" y="74521"/>
                      <a:pt x="117463" y="72378"/>
                    </a:cubicBezTo>
                    <a:cubicBezTo>
                      <a:pt x="117528" y="71821"/>
                      <a:pt x="116912" y="70437"/>
                      <a:pt x="117695" y="70437"/>
                    </a:cubicBezTo>
                    <a:cubicBezTo>
                      <a:pt x="117955" y="70437"/>
                      <a:pt x="118371" y="70590"/>
                      <a:pt x="119019" y="70979"/>
                    </a:cubicBezTo>
                    <a:cubicBezTo>
                      <a:pt x="120194" y="71704"/>
                      <a:pt x="121386" y="72655"/>
                      <a:pt x="121749" y="73605"/>
                    </a:cubicBezTo>
                    <a:cubicBezTo>
                      <a:pt x="122096" y="74553"/>
                      <a:pt x="122434" y="74868"/>
                      <a:pt x="122776" y="74868"/>
                    </a:cubicBezTo>
                    <a:cubicBezTo>
                      <a:pt x="123251" y="74868"/>
                      <a:pt x="123732" y="74261"/>
                      <a:pt x="124255" y="73899"/>
                    </a:cubicBezTo>
                    <a:cubicBezTo>
                      <a:pt x="124531" y="73709"/>
                      <a:pt x="124721" y="73363"/>
                      <a:pt x="125015" y="73208"/>
                    </a:cubicBezTo>
                    <a:cubicBezTo>
                      <a:pt x="126743" y="72292"/>
                      <a:pt x="127210" y="70961"/>
                      <a:pt x="126743" y="69043"/>
                    </a:cubicBezTo>
                    <a:cubicBezTo>
                      <a:pt x="126294" y="67159"/>
                      <a:pt x="125292" y="65725"/>
                      <a:pt x="123892" y="64533"/>
                    </a:cubicBezTo>
                    <a:cubicBezTo>
                      <a:pt x="122596" y="63409"/>
                      <a:pt x="122285" y="62459"/>
                      <a:pt x="123546" y="61059"/>
                    </a:cubicBezTo>
                    <a:cubicBezTo>
                      <a:pt x="123952" y="60621"/>
                      <a:pt x="124332" y="60388"/>
                      <a:pt x="124705" y="60388"/>
                    </a:cubicBezTo>
                    <a:cubicBezTo>
                      <a:pt x="124936" y="60388"/>
                      <a:pt x="125164" y="60477"/>
                      <a:pt x="125395" y="60661"/>
                    </a:cubicBezTo>
                    <a:cubicBezTo>
                      <a:pt x="126000" y="61145"/>
                      <a:pt x="125810" y="61750"/>
                      <a:pt x="125119" y="62234"/>
                    </a:cubicBezTo>
                    <a:cubicBezTo>
                      <a:pt x="124618" y="62580"/>
                      <a:pt x="124445" y="63219"/>
                      <a:pt x="125050" y="63651"/>
                    </a:cubicBezTo>
                    <a:cubicBezTo>
                      <a:pt x="125442" y="63952"/>
                      <a:pt x="125858" y="64171"/>
                      <a:pt x="126268" y="64171"/>
                    </a:cubicBezTo>
                    <a:cubicBezTo>
                      <a:pt x="126635" y="64171"/>
                      <a:pt x="126996" y="63996"/>
                      <a:pt x="127331" y="63547"/>
                    </a:cubicBezTo>
                    <a:cubicBezTo>
                      <a:pt x="127694" y="63046"/>
                      <a:pt x="128247" y="62407"/>
                      <a:pt x="127469" y="61940"/>
                    </a:cubicBezTo>
                    <a:cubicBezTo>
                      <a:pt x="126398" y="61318"/>
                      <a:pt x="127037" y="61042"/>
                      <a:pt x="127590" y="60696"/>
                    </a:cubicBezTo>
                    <a:cubicBezTo>
                      <a:pt x="130061" y="59210"/>
                      <a:pt x="133449" y="59106"/>
                      <a:pt x="134693" y="55788"/>
                    </a:cubicBezTo>
                    <a:cubicBezTo>
                      <a:pt x="135298" y="54146"/>
                      <a:pt x="136093" y="52591"/>
                      <a:pt x="135851" y="50725"/>
                    </a:cubicBezTo>
                    <a:cubicBezTo>
                      <a:pt x="135522" y="48288"/>
                      <a:pt x="133932" y="46629"/>
                      <a:pt x="132498" y="44918"/>
                    </a:cubicBezTo>
                    <a:cubicBezTo>
                      <a:pt x="131772" y="44054"/>
                      <a:pt x="131859" y="43622"/>
                      <a:pt x="132775" y="43173"/>
                    </a:cubicBezTo>
                    <a:cubicBezTo>
                      <a:pt x="133120" y="43017"/>
                      <a:pt x="133397" y="42793"/>
                      <a:pt x="133362" y="42378"/>
                    </a:cubicBezTo>
                    <a:cubicBezTo>
                      <a:pt x="133345" y="41980"/>
                      <a:pt x="133051" y="41635"/>
                      <a:pt x="132671" y="41548"/>
                    </a:cubicBezTo>
                    <a:cubicBezTo>
                      <a:pt x="132227" y="41462"/>
                      <a:pt x="131713" y="41297"/>
                      <a:pt x="131292" y="41297"/>
                    </a:cubicBezTo>
                    <a:cubicBezTo>
                      <a:pt x="131122" y="41297"/>
                      <a:pt x="130968" y="41323"/>
                      <a:pt x="130839" y="41393"/>
                    </a:cubicBezTo>
                    <a:cubicBezTo>
                      <a:pt x="130667" y="41486"/>
                      <a:pt x="130517" y="41524"/>
                      <a:pt x="130385" y="41524"/>
                    </a:cubicBezTo>
                    <a:cubicBezTo>
                      <a:pt x="129751" y="41524"/>
                      <a:pt x="129496" y="40648"/>
                      <a:pt x="128935" y="40648"/>
                    </a:cubicBezTo>
                    <a:cubicBezTo>
                      <a:pt x="128871" y="40648"/>
                      <a:pt x="128804" y="40659"/>
                      <a:pt x="128731" y="40684"/>
                    </a:cubicBezTo>
                    <a:cubicBezTo>
                      <a:pt x="129025" y="40425"/>
                      <a:pt x="129336" y="40166"/>
                      <a:pt x="129612" y="39889"/>
                    </a:cubicBezTo>
                    <a:cubicBezTo>
                      <a:pt x="129699" y="39786"/>
                      <a:pt x="129768" y="39647"/>
                      <a:pt x="129802" y="39509"/>
                    </a:cubicBezTo>
                    <a:cubicBezTo>
                      <a:pt x="129896" y="39229"/>
                      <a:pt x="130059" y="38963"/>
                      <a:pt x="130355" y="38963"/>
                    </a:cubicBezTo>
                    <a:cubicBezTo>
                      <a:pt x="130388" y="38963"/>
                      <a:pt x="130423" y="38966"/>
                      <a:pt x="130459" y="38973"/>
                    </a:cubicBezTo>
                    <a:cubicBezTo>
                      <a:pt x="130822" y="39025"/>
                      <a:pt x="130718" y="39405"/>
                      <a:pt x="130753" y="39665"/>
                    </a:cubicBezTo>
                    <a:cubicBezTo>
                      <a:pt x="130885" y="40368"/>
                      <a:pt x="131150" y="40680"/>
                      <a:pt x="131522" y="40680"/>
                    </a:cubicBezTo>
                    <a:cubicBezTo>
                      <a:pt x="131781" y="40680"/>
                      <a:pt x="132092" y="40529"/>
                      <a:pt x="132446" y="40252"/>
                    </a:cubicBezTo>
                    <a:cubicBezTo>
                      <a:pt x="132816" y="39963"/>
                      <a:pt x="133198" y="39825"/>
                      <a:pt x="133552" y="39825"/>
                    </a:cubicBezTo>
                    <a:cubicBezTo>
                      <a:pt x="134190" y="39825"/>
                      <a:pt x="134735" y="40276"/>
                      <a:pt x="134935" y="41099"/>
                    </a:cubicBezTo>
                    <a:cubicBezTo>
                      <a:pt x="135004" y="41410"/>
                      <a:pt x="135246" y="41911"/>
                      <a:pt x="135436" y="41928"/>
                    </a:cubicBezTo>
                    <a:cubicBezTo>
                      <a:pt x="136836" y="42067"/>
                      <a:pt x="137130" y="43259"/>
                      <a:pt x="137441" y="44192"/>
                    </a:cubicBezTo>
                    <a:cubicBezTo>
                      <a:pt x="137757" y="45176"/>
                      <a:pt x="138205" y="45491"/>
                      <a:pt x="138710" y="45491"/>
                    </a:cubicBezTo>
                    <a:cubicBezTo>
                      <a:pt x="139226" y="45491"/>
                      <a:pt x="139803" y="45163"/>
                      <a:pt x="140361" y="44884"/>
                    </a:cubicBezTo>
                    <a:cubicBezTo>
                      <a:pt x="141813" y="44175"/>
                      <a:pt x="140586" y="43363"/>
                      <a:pt x="140327" y="42654"/>
                    </a:cubicBezTo>
                    <a:cubicBezTo>
                      <a:pt x="140188" y="42188"/>
                      <a:pt x="139739" y="41773"/>
                      <a:pt x="139324" y="41479"/>
                    </a:cubicBezTo>
                    <a:cubicBezTo>
                      <a:pt x="137717" y="40356"/>
                      <a:pt x="137648" y="38921"/>
                      <a:pt x="138305" y="37245"/>
                    </a:cubicBezTo>
                    <a:cubicBezTo>
                      <a:pt x="138533" y="36644"/>
                      <a:pt x="138753" y="36160"/>
                      <a:pt x="139216" y="36160"/>
                    </a:cubicBezTo>
                    <a:cubicBezTo>
                      <a:pt x="139418" y="36160"/>
                      <a:pt x="139666" y="36252"/>
                      <a:pt x="139981" y="36468"/>
                    </a:cubicBezTo>
                    <a:cubicBezTo>
                      <a:pt x="140121" y="36569"/>
                      <a:pt x="140268" y="36617"/>
                      <a:pt x="140413" y="36617"/>
                    </a:cubicBezTo>
                    <a:cubicBezTo>
                      <a:pt x="140661" y="36617"/>
                      <a:pt x="140902" y="36477"/>
                      <a:pt x="141087" y="36226"/>
                    </a:cubicBezTo>
                    <a:cubicBezTo>
                      <a:pt x="142573" y="34255"/>
                      <a:pt x="142850" y="29797"/>
                      <a:pt x="141640" y="27706"/>
                    </a:cubicBezTo>
                    <a:cubicBezTo>
                      <a:pt x="141485" y="27447"/>
                      <a:pt x="141104" y="27187"/>
                      <a:pt x="141398" y="26807"/>
                    </a:cubicBezTo>
                    <a:lnTo>
                      <a:pt x="141398" y="26807"/>
                    </a:lnTo>
                    <a:cubicBezTo>
                      <a:pt x="141623" y="26997"/>
                      <a:pt x="141917" y="27153"/>
                      <a:pt x="142072" y="27395"/>
                    </a:cubicBezTo>
                    <a:cubicBezTo>
                      <a:pt x="142988" y="28812"/>
                      <a:pt x="143869" y="30229"/>
                      <a:pt x="144733" y="31663"/>
                    </a:cubicBezTo>
                    <a:cubicBezTo>
                      <a:pt x="144984" y="32062"/>
                      <a:pt x="145261" y="32460"/>
                      <a:pt x="145713" y="32460"/>
                    </a:cubicBezTo>
                    <a:cubicBezTo>
                      <a:pt x="145790" y="32460"/>
                      <a:pt x="145872" y="32449"/>
                      <a:pt x="145960" y="32424"/>
                    </a:cubicBezTo>
                    <a:cubicBezTo>
                      <a:pt x="146323" y="32320"/>
                      <a:pt x="146825" y="32043"/>
                      <a:pt x="146928" y="31750"/>
                    </a:cubicBezTo>
                    <a:cubicBezTo>
                      <a:pt x="147118" y="31197"/>
                      <a:pt x="146496" y="30972"/>
                      <a:pt x="146151" y="30644"/>
                    </a:cubicBezTo>
                    <a:cubicBezTo>
                      <a:pt x="145805" y="30298"/>
                      <a:pt x="144889" y="29935"/>
                      <a:pt x="145511" y="29348"/>
                    </a:cubicBezTo>
                    <a:cubicBezTo>
                      <a:pt x="146220" y="28674"/>
                      <a:pt x="145701" y="28363"/>
                      <a:pt x="145373" y="27982"/>
                    </a:cubicBezTo>
                    <a:cubicBezTo>
                      <a:pt x="144924" y="27464"/>
                      <a:pt x="144353" y="27049"/>
                      <a:pt x="143904" y="26513"/>
                    </a:cubicBezTo>
                    <a:cubicBezTo>
                      <a:pt x="142452" y="24803"/>
                      <a:pt x="140309" y="24008"/>
                      <a:pt x="138927" y="23455"/>
                    </a:cubicBezTo>
                    <a:cubicBezTo>
                      <a:pt x="137233" y="22781"/>
                      <a:pt x="135350" y="23368"/>
                      <a:pt x="133794" y="22349"/>
                    </a:cubicBezTo>
                    <a:cubicBezTo>
                      <a:pt x="133621" y="22228"/>
                      <a:pt x="133120" y="22141"/>
                      <a:pt x="133379" y="21934"/>
                    </a:cubicBezTo>
                    <a:cubicBezTo>
                      <a:pt x="134416" y="21156"/>
                      <a:pt x="134192" y="19843"/>
                      <a:pt x="134814" y="18910"/>
                    </a:cubicBezTo>
                    <a:cubicBezTo>
                      <a:pt x="135183" y="18357"/>
                      <a:pt x="137525" y="17996"/>
                      <a:pt x="139389" y="17996"/>
                    </a:cubicBezTo>
                    <a:cubicBezTo>
                      <a:pt x="140321" y="17996"/>
                      <a:pt x="141133" y="18086"/>
                      <a:pt x="141519" y="18287"/>
                    </a:cubicBezTo>
                    <a:cubicBezTo>
                      <a:pt x="141913" y="18491"/>
                      <a:pt x="142318" y="18567"/>
                      <a:pt x="142722" y="18567"/>
                    </a:cubicBezTo>
                    <a:cubicBezTo>
                      <a:pt x="143310" y="18567"/>
                      <a:pt x="143896" y="18407"/>
                      <a:pt x="144440" y="18253"/>
                    </a:cubicBezTo>
                    <a:cubicBezTo>
                      <a:pt x="145183" y="18028"/>
                      <a:pt x="144301" y="17320"/>
                      <a:pt x="144440" y="16905"/>
                    </a:cubicBezTo>
                    <a:cubicBezTo>
                      <a:pt x="144595" y="16473"/>
                      <a:pt x="144232" y="15764"/>
                      <a:pt x="144803" y="15626"/>
                    </a:cubicBezTo>
                    <a:cubicBezTo>
                      <a:pt x="144894" y="15602"/>
                      <a:pt x="144986" y="15590"/>
                      <a:pt x="145078" y="15590"/>
                    </a:cubicBezTo>
                    <a:cubicBezTo>
                      <a:pt x="145503" y="15590"/>
                      <a:pt x="145922" y="15838"/>
                      <a:pt x="146306" y="16179"/>
                    </a:cubicBezTo>
                    <a:cubicBezTo>
                      <a:pt x="146709" y="16532"/>
                      <a:pt x="147171" y="16997"/>
                      <a:pt x="147617" y="16997"/>
                    </a:cubicBezTo>
                    <a:cubicBezTo>
                      <a:pt x="147935" y="16997"/>
                      <a:pt x="148244" y="16760"/>
                      <a:pt x="148518" y="16075"/>
                    </a:cubicBezTo>
                    <a:cubicBezTo>
                      <a:pt x="148584" y="15900"/>
                      <a:pt x="148692" y="15801"/>
                      <a:pt x="148828" y="15801"/>
                    </a:cubicBezTo>
                    <a:cubicBezTo>
                      <a:pt x="148906" y="15801"/>
                      <a:pt x="148994" y="15833"/>
                      <a:pt x="149088" y="15903"/>
                    </a:cubicBezTo>
                    <a:cubicBezTo>
                      <a:pt x="149348" y="16110"/>
                      <a:pt x="149348" y="16335"/>
                      <a:pt x="149192" y="16646"/>
                    </a:cubicBezTo>
                    <a:cubicBezTo>
                      <a:pt x="148743" y="17596"/>
                      <a:pt x="147965" y="18547"/>
                      <a:pt x="147965" y="19497"/>
                    </a:cubicBezTo>
                    <a:cubicBezTo>
                      <a:pt x="147931" y="21122"/>
                      <a:pt x="148708" y="22677"/>
                      <a:pt x="150022" y="23627"/>
                    </a:cubicBezTo>
                    <a:cubicBezTo>
                      <a:pt x="151231" y="24561"/>
                      <a:pt x="152631" y="25269"/>
                      <a:pt x="153582" y="26513"/>
                    </a:cubicBezTo>
                    <a:cubicBezTo>
                      <a:pt x="153835" y="26852"/>
                      <a:pt x="154112" y="27339"/>
                      <a:pt x="154580" y="27339"/>
                    </a:cubicBezTo>
                    <a:cubicBezTo>
                      <a:pt x="154686" y="27339"/>
                      <a:pt x="154802" y="27314"/>
                      <a:pt x="154930" y="27257"/>
                    </a:cubicBezTo>
                    <a:cubicBezTo>
                      <a:pt x="155621" y="26928"/>
                      <a:pt x="155673" y="26271"/>
                      <a:pt x="155604" y="25615"/>
                    </a:cubicBezTo>
                    <a:cubicBezTo>
                      <a:pt x="155448" y="24025"/>
                      <a:pt x="155863" y="22435"/>
                      <a:pt x="154739" y="20845"/>
                    </a:cubicBezTo>
                    <a:cubicBezTo>
                      <a:pt x="154065" y="19877"/>
                      <a:pt x="153772" y="18823"/>
                      <a:pt x="152406" y="18737"/>
                    </a:cubicBezTo>
                    <a:cubicBezTo>
                      <a:pt x="152044" y="18720"/>
                      <a:pt x="151940" y="18478"/>
                      <a:pt x="151888" y="18201"/>
                    </a:cubicBezTo>
                    <a:cubicBezTo>
                      <a:pt x="151820" y="17931"/>
                      <a:pt x="151918" y="17578"/>
                      <a:pt x="152229" y="17578"/>
                    </a:cubicBezTo>
                    <a:cubicBezTo>
                      <a:pt x="152236" y="17578"/>
                      <a:pt x="152243" y="17579"/>
                      <a:pt x="152251" y="17579"/>
                    </a:cubicBezTo>
                    <a:cubicBezTo>
                      <a:pt x="152284" y="17581"/>
                      <a:pt x="152317" y="17582"/>
                      <a:pt x="152350" y="17582"/>
                    </a:cubicBezTo>
                    <a:cubicBezTo>
                      <a:pt x="153000" y="17582"/>
                      <a:pt x="153628" y="17254"/>
                      <a:pt x="154277" y="17254"/>
                    </a:cubicBezTo>
                    <a:cubicBezTo>
                      <a:pt x="154558" y="17254"/>
                      <a:pt x="154844" y="17316"/>
                      <a:pt x="155137" y="17493"/>
                    </a:cubicBezTo>
                    <a:cubicBezTo>
                      <a:pt x="155393" y="17649"/>
                      <a:pt x="155627" y="17726"/>
                      <a:pt x="155836" y="17726"/>
                    </a:cubicBezTo>
                    <a:cubicBezTo>
                      <a:pt x="156249" y="17726"/>
                      <a:pt x="156566" y="17427"/>
                      <a:pt x="156761" y="16853"/>
                    </a:cubicBezTo>
                    <a:cubicBezTo>
                      <a:pt x="157072" y="15920"/>
                      <a:pt x="157954" y="15505"/>
                      <a:pt x="158662" y="15039"/>
                    </a:cubicBezTo>
                    <a:cubicBezTo>
                      <a:pt x="158771" y="14969"/>
                      <a:pt x="158912" y="14953"/>
                      <a:pt x="159064" y="14953"/>
                    </a:cubicBezTo>
                    <a:cubicBezTo>
                      <a:pt x="159192" y="14953"/>
                      <a:pt x="159327" y="14964"/>
                      <a:pt x="159458" y="14964"/>
                    </a:cubicBezTo>
                    <a:cubicBezTo>
                      <a:pt x="159792" y="14964"/>
                      <a:pt x="160100" y="14892"/>
                      <a:pt x="160183" y="14382"/>
                    </a:cubicBezTo>
                    <a:cubicBezTo>
                      <a:pt x="160304" y="13501"/>
                      <a:pt x="159475" y="13310"/>
                      <a:pt x="158887" y="12965"/>
                    </a:cubicBezTo>
                    <a:cubicBezTo>
                      <a:pt x="158662" y="12827"/>
                      <a:pt x="158334" y="12550"/>
                      <a:pt x="158351" y="12395"/>
                    </a:cubicBezTo>
                    <a:cubicBezTo>
                      <a:pt x="158404" y="12154"/>
                      <a:pt x="158582" y="12097"/>
                      <a:pt x="158776" y="12097"/>
                    </a:cubicBezTo>
                    <a:cubicBezTo>
                      <a:pt x="158903" y="12097"/>
                      <a:pt x="159037" y="12122"/>
                      <a:pt x="159146" y="12135"/>
                    </a:cubicBezTo>
                    <a:cubicBezTo>
                      <a:pt x="160460" y="12308"/>
                      <a:pt x="161652" y="12999"/>
                      <a:pt x="163017" y="12999"/>
                    </a:cubicBezTo>
                    <a:cubicBezTo>
                      <a:pt x="163570" y="12999"/>
                      <a:pt x="163795" y="12913"/>
                      <a:pt x="164002" y="12274"/>
                    </a:cubicBezTo>
                    <a:cubicBezTo>
                      <a:pt x="164745" y="10182"/>
                      <a:pt x="163311" y="10010"/>
                      <a:pt x="161998" y="9923"/>
                    </a:cubicBezTo>
                    <a:cubicBezTo>
                      <a:pt x="160218" y="9820"/>
                      <a:pt x="158438" y="9543"/>
                      <a:pt x="156710" y="9076"/>
                    </a:cubicBezTo>
                    <a:cubicBezTo>
                      <a:pt x="153313" y="8169"/>
                      <a:pt x="149984" y="6872"/>
                      <a:pt x="146431" y="6872"/>
                    </a:cubicBezTo>
                    <a:cubicBezTo>
                      <a:pt x="145249" y="6872"/>
                      <a:pt x="144041" y="7016"/>
                      <a:pt x="142798" y="7366"/>
                    </a:cubicBezTo>
                    <a:cubicBezTo>
                      <a:pt x="142441" y="7468"/>
                      <a:pt x="142044" y="7507"/>
                      <a:pt x="141624" y="7507"/>
                    </a:cubicBezTo>
                    <a:cubicBezTo>
                      <a:pt x="140475" y="7507"/>
                      <a:pt x="139148" y="7211"/>
                      <a:pt x="137959" y="7072"/>
                    </a:cubicBezTo>
                    <a:cubicBezTo>
                      <a:pt x="135760" y="6810"/>
                      <a:pt x="133765" y="5577"/>
                      <a:pt x="131513" y="5577"/>
                    </a:cubicBezTo>
                    <a:cubicBezTo>
                      <a:pt x="131235" y="5577"/>
                      <a:pt x="130953" y="5596"/>
                      <a:pt x="130666" y="5637"/>
                    </a:cubicBezTo>
                    <a:cubicBezTo>
                      <a:pt x="130197" y="5701"/>
                      <a:pt x="129713" y="5752"/>
                      <a:pt x="129231" y="5752"/>
                    </a:cubicBezTo>
                    <a:cubicBezTo>
                      <a:pt x="128525" y="5752"/>
                      <a:pt x="127823" y="5641"/>
                      <a:pt x="127175" y="5292"/>
                    </a:cubicBezTo>
                    <a:cubicBezTo>
                      <a:pt x="124583" y="3857"/>
                      <a:pt x="121352" y="4808"/>
                      <a:pt x="118811" y="3097"/>
                    </a:cubicBezTo>
                    <a:cubicBezTo>
                      <a:pt x="118623" y="2965"/>
                      <a:pt x="118385" y="2894"/>
                      <a:pt x="118144" y="2894"/>
                    </a:cubicBezTo>
                    <a:cubicBezTo>
                      <a:pt x="117786" y="2894"/>
                      <a:pt x="117421" y="3050"/>
                      <a:pt x="117204" y="3391"/>
                    </a:cubicBezTo>
                    <a:cubicBezTo>
                      <a:pt x="116737" y="4117"/>
                      <a:pt x="117601" y="4134"/>
                      <a:pt x="117930" y="4462"/>
                    </a:cubicBezTo>
                    <a:cubicBezTo>
                      <a:pt x="118103" y="4670"/>
                      <a:pt x="118154" y="4946"/>
                      <a:pt x="118068" y="5188"/>
                    </a:cubicBezTo>
                    <a:cubicBezTo>
                      <a:pt x="117958" y="5398"/>
                      <a:pt x="116241" y="5510"/>
                      <a:pt x="114740" y="5510"/>
                    </a:cubicBezTo>
                    <a:cubicBezTo>
                      <a:pt x="113645" y="5510"/>
                      <a:pt x="112664" y="5450"/>
                      <a:pt x="112503" y="5326"/>
                    </a:cubicBezTo>
                    <a:cubicBezTo>
                      <a:pt x="111242" y="4410"/>
                      <a:pt x="109825" y="3719"/>
                      <a:pt x="108321" y="3287"/>
                    </a:cubicBezTo>
                    <a:cubicBezTo>
                      <a:pt x="108108" y="3224"/>
                      <a:pt x="107902" y="3198"/>
                      <a:pt x="107703" y="3198"/>
                    </a:cubicBezTo>
                    <a:cubicBezTo>
                      <a:pt x="106742" y="3198"/>
                      <a:pt x="105934" y="3807"/>
                      <a:pt x="105084" y="3807"/>
                    </a:cubicBezTo>
                    <a:cubicBezTo>
                      <a:pt x="105000" y="3807"/>
                      <a:pt x="104915" y="3801"/>
                      <a:pt x="104830" y="3788"/>
                    </a:cubicBezTo>
                    <a:cubicBezTo>
                      <a:pt x="102083" y="3391"/>
                      <a:pt x="99266" y="3909"/>
                      <a:pt x="96760" y="1559"/>
                    </a:cubicBezTo>
                    <a:cubicBezTo>
                      <a:pt x="95295" y="185"/>
                      <a:pt x="93272" y="50"/>
                      <a:pt x="91223" y="50"/>
                    </a:cubicBezTo>
                    <a:cubicBezTo>
                      <a:pt x="90718" y="50"/>
                      <a:pt x="90212" y="58"/>
                      <a:pt x="89713" y="58"/>
                    </a:cubicBezTo>
                    <a:cubicBezTo>
                      <a:pt x="89152" y="58"/>
                      <a:pt x="88600" y="48"/>
                      <a:pt x="88067" y="4"/>
                    </a:cubicBezTo>
                    <a:cubicBezTo>
                      <a:pt x="88037" y="2"/>
                      <a:pt x="88007" y="1"/>
                      <a:pt x="8797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24" name="Google Shape;4612;p64">
                <a:extLst>
                  <a:ext uri="{FF2B5EF4-FFF2-40B4-BE49-F238E27FC236}">
                    <a16:creationId xmlns:a16="http://schemas.microsoft.com/office/drawing/2014/main" id="{81A6C95F-23E7-F159-2024-ECE617AE2053}"/>
                  </a:ext>
                </a:extLst>
              </p:cNvPr>
              <p:cNvSpPr/>
              <p:nvPr/>
            </p:nvSpPr>
            <p:spPr>
              <a:xfrm>
                <a:off x="5913800" y="3523050"/>
                <a:ext cx="1109075" cy="813875"/>
              </a:xfrm>
              <a:custGeom>
                <a:avLst/>
                <a:gdLst/>
                <a:ahLst/>
                <a:cxnLst/>
                <a:rect l="l" t="t" r="r" b="b"/>
                <a:pathLst>
                  <a:path w="44363" h="32555" extrusionOk="0">
                    <a:moveTo>
                      <a:pt x="28245" y="1"/>
                    </a:moveTo>
                    <a:cubicBezTo>
                      <a:pt x="27747" y="1"/>
                      <a:pt x="27602" y="373"/>
                      <a:pt x="27634" y="804"/>
                    </a:cubicBezTo>
                    <a:cubicBezTo>
                      <a:pt x="27737" y="2117"/>
                      <a:pt x="27979" y="3482"/>
                      <a:pt x="27996" y="4778"/>
                    </a:cubicBezTo>
                    <a:cubicBezTo>
                      <a:pt x="28014" y="5660"/>
                      <a:pt x="28567" y="7094"/>
                      <a:pt x="27634" y="7267"/>
                    </a:cubicBezTo>
                    <a:cubicBezTo>
                      <a:pt x="27521" y="7286"/>
                      <a:pt x="27406" y="7295"/>
                      <a:pt x="27290" y="7295"/>
                    </a:cubicBezTo>
                    <a:cubicBezTo>
                      <a:pt x="25431" y="7295"/>
                      <a:pt x="23230" y="4918"/>
                      <a:pt x="23555" y="3275"/>
                    </a:cubicBezTo>
                    <a:cubicBezTo>
                      <a:pt x="23754" y="2264"/>
                      <a:pt x="23333" y="1317"/>
                      <a:pt x="22034" y="1317"/>
                    </a:cubicBezTo>
                    <a:cubicBezTo>
                      <a:pt x="21978" y="1317"/>
                      <a:pt x="21920" y="1318"/>
                      <a:pt x="21862" y="1322"/>
                    </a:cubicBezTo>
                    <a:cubicBezTo>
                      <a:pt x="21814" y="1325"/>
                      <a:pt x="21765" y="1327"/>
                      <a:pt x="21716" y="1327"/>
                    </a:cubicBezTo>
                    <a:cubicBezTo>
                      <a:pt x="20777" y="1327"/>
                      <a:pt x="19668" y="752"/>
                      <a:pt x="18692" y="752"/>
                    </a:cubicBezTo>
                    <a:cubicBezTo>
                      <a:pt x="18107" y="752"/>
                      <a:pt x="17570" y="958"/>
                      <a:pt x="17144" y="1616"/>
                    </a:cubicBezTo>
                    <a:cubicBezTo>
                      <a:pt x="16642" y="2376"/>
                      <a:pt x="15295" y="2826"/>
                      <a:pt x="15191" y="4035"/>
                    </a:cubicBezTo>
                    <a:cubicBezTo>
                      <a:pt x="15162" y="4430"/>
                      <a:pt x="15144" y="4616"/>
                      <a:pt x="15002" y="4616"/>
                    </a:cubicBezTo>
                    <a:cubicBezTo>
                      <a:pt x="14889" y="4616"/>
                      <a:pt x="14698" y="4499"/>
                      <a:pt x="14361" y="4277"/>
                    </a:cubicBezTo>
                    <a:cubicBezTo>
                      <a:pt x="13724" y="3844"/>
                      <a:pt x="13113" y="3612"/>
                      <a:pt x="12606" y="3612"/>
                    </a:cubicBezTo>
                    <a:cubicBezTo>
                      <a:pt x="12042" y="3612"/>
                      <a:pt x="11607" y="3900"/>
                      <a:pt x="11406" y="4519"/>
                    </a:cubicBezTo>
                    <a:cubicBezTo>
                      <a:pt x="10784" y="6334"/>
                      <a:pt x="8710" y="7215"/>
                      <a:pt x="8624" y="9392"/>
                    </a:cubicBezTo>
                    <a:cubicBezTo>
                      <a:pt x="8607" y="10153"/>
                      <a:pt x="7933" y="10619"/>
                      <a:pt x="7086" y="10879"/>
                    </a:cubicBezTo>
                    <a:cubicBezTo>
                      <a:pt x="5669" y="11311"/>
                      <a:pt x="4355" y="11864"/>
                      <a:pt x="3007" y="12382"/>
                    </a:cubicBezTo>
                    <a:cubicBezTo>
                      <a:pt x="1003" y="13160"/>
                      <a:pt x="0" y="16910"/>
                      <a:pt x="1538" y="19018"/>
                    </a:cubicBezTo>
                    <a:cubicBezTo>
                      <a:pt x="2835" y="20798"/>
                      <a:pt x="3128" y="22595"/>
                      <a:pt x="3992" y="24375"/>
                    </a:cubicBezTo>
                    <a:cubicBezTo>
                      <a:pt x="4494" y="25360"/>
                      <a:pt x="4424" y="26276"/>
                      <a:pt x="3750" y="26950"/>
                    </a:cubicBezTo>
                    <a:cubicBezTo>
                      <a:pt x="3353" y="27348"/>
                      <a:pt x="3509" y="27797"/>
                      <a:pt x="4148" y="28298"/>
                    </a:cubicBezTo>
                    <a:cubicBezTo>
                      <a:pt x="5020" y="28962"/>
                      <a:pt x="5824" y="29302"/>
                      <a:pt x="6549" y="29302"/>
                    </a:cubicBezTo>
                    <a:cubicBezTo>
                      <a:pt x="7089" y="29302"/>
                      <a:pt x="7586" y="29114"/>
                      <a:pt x="8036" y="28730"/>
                    </a:cubicBezTo>
                    <a:cubicBezTo>
                      <a:pt x="8740" y="28095"/>
                      <a:pt x="9643" y="27747"/>
                      <a:pt x="10576" y="27747"/>
                    </a:cubicBezTo>
                    <a:cubicBezTo>
                      <a:pt x="10811" y="27747"/>
                      <a:pt x="11049" y="27769"/>
                      <a:pt x="11285" y="27814"/>
                    </a:cubicBezTo>
                    <a:cubicBezTo>
                      <a:pt x="11420" y="27836"/>
                      <a:pt x="11551" y="27846"/>
                      <a:pt x="11676" y="27846"/>
                    </a:cubicBezTo>
                    <a:cubicBezTo>
                      <a:pt x="12065" y="27846"/>
                      <a:pt x="12402" y="27743"/>
                      <a:pt x="12650" y="27521"/>
                    </a:cubicBezTo>
                    <a:cubicBezTo>
                      <a:pt x="14551" y="25793"/>
                      <a:pt x="17368" y="25343"/>
                      <a:pt x="20047" y="24790"/>
                    </a:cubicBezTo>
                    <a:cubicBezTo>
                      <a:pt x="20247" y="24746"/>
                      <a:pt x="20464" y="24721"/>
                      <a:pt x="20691" y="24721"/>
                    </a:cubicBezTo>
                    <a:cubicBezTo>
                      <a:pt x="21623" y="24721"/>
                      <a:pt x="22712" y="25150"/>
                      <a:pt x="23365" y="26484"/>
                    </a:cubicBezTo>
                    <a:cubicBezTo>
                      <a:pt x="23667" y="27105"/>
                      <a:pt x="23855" y="28198"/>
                      <a:pt x="25083" y="28198"/>
                    </a:cubicBezTo>
                    <a:cubicBezTo>
                      <a:pt x="25120" y="28198"/>
                      <a:pt x="25158" y="28197"/>
                      <a:pt x="25197" y="28195"/>
                    </a:cubicBezTo>
                    <a:cubicBezTo>
                      <a:pt x="25345" y="28183"/>
                      <a:pt x="25455" y="28022"/>
                      <a:pt x="25593" y="28022"/>
                    </a:cubicBezTo>
                    <a:cubicBezTo>
                      <a:pt x="25664" y="28022"/>
                      <a:pt x="25742" y="28065"/>
                      <a:pt x="25836" y="28195"/>
                    </a:cubicBezTo>
                    <a:cubicBezTo>
                      <a:pt x="25923" y="28298"/>
                      <a:pt x="25767" y="28592"/>
                      <a:pt x="25612" y="28713"/>
                    </a:cubicBezTo>
                    <a:cubicBezTo>
                      <a:pt x="25318" y="28938"/>
                      <a:pt x="24903" y="29128"/>
                      <a:pt x="25283" y="29646"/>
                    </a:cubicBezTo>
                    <a:cubicBezTo>
                      <a:pt x="25508" y="29871"/>
                      <a:pt x="25802" y="30026"/>
                      <a:pt x="26113" y="30078"/>
                    </a:cubicBezTo>
                    <a:cubicBezTo>
                      <a:pt x="26172" y="30086"/>
                      <a:pt x="26229" y="30090"/>
                      <a:pt x="26283" y="30090"/>
                    </a:cubicBezTo>
                    <a:cubicBezTo>
                      <a:pt x="26710" y="30090"/>
                      <a:pt x="27006" y="29856"/>
                      <a:pt x="27098" y="29473"/>
                    </a:cubicBezTo>
                    <a:cubicBezTo>
                      <a:pt x="27115" y="29335"/>
                      <a:pt x="27098" y="29197"/>
                      <a:pt x="27029" y="29076"/>
                    </a:cubicBezTo>
                    <a:cubicBezTo>
                      <a:pt x="26976" y="28903"/>
                      <a:pt x="26992" y="28848"/>
                      <a:pt x="27041" y="28848"/>
                    </a:cubicBezTo>
                    <a:cubicBezTo>
                      <a:pt x="27105" y="28848"/>
                      <a:pt x="27225" y="28941"/>
                      <a:pt x="27322" y="28990"/>
                    </a:cubicBezTo>
                    <a:cubicBezTo>
                      <a:pt x="27824" y="29266"/>
                      <a:pt x="28463" y="29473"/>
                      <a:pt x="28169" y="30113"/>
                    </a:cubicBezTo>
                    <a:cubicBezTo>
                      <a:pt x="27945" y="30597"/>
                      <a:pt x="28117" y="31029"/>
                      <a:pt x="28809" y="31461"/>
                    </a:cubicBezTo>
                    <a:cubicBezTo>
                      <a:pt x="30199" y="32318"/>
                      <a:pt x="31628" y="32554"/>
                      <a:pt x="32898" y="32554"/>
                    </a:cubicBezTo>
                    <a:cubicBezTo>
                      <a:pt x="33522" y="32554"/>
                      <a:pt x="34108" y="32497"/>
                      <a:pt x="34633" y="32429"/>
                    </a:cubicBezTo>
                    <a:cubicBezTo>
                      <a:pt x="36672" y="32135"/>
                      <a:pt x="39299" y="31824"/>
                      <a:pt x="39299" y="29145"/>
                    </a:cubicBezTo>
                    <a:cubicBezTo>
                      <a:pt x="39299" y="28938"/>
                      <a:pt x="39541" y="28799"/>
                      <a:pt x="39592" y="28575"/>
                    </a:cubicBezTo>
                    <a:cubicBezTo>
                      <a:pt x="40024" y="26968"/>
                      <a:pt x="41804" y="26363"/>
                      <a:pt x="42496" y="24998"/>
                    </a:cubicBezTo>
                    <a:cubicBezTo>
                      <a:pt x="44224" y="21559"/>
                      <a:pt x="44362" y="17722"/>
                      <a:pt x="40232" y="13661"/>
                    </a:cubicBezTo>
                    <a:cubicBezTo>
                      <a:pt x="38953" y="12399"/>
                      <a:pt x="38037" y="10671"/>
                      <a:pt x="36309" y="9859"/>
                    </a:cubicBezTo>
                    <a:cubicBezTo>
                      <a:pt x="34494" y="9012"/>
                      <a:pt x="34080" y="7716"/>
                      <a:pt x="33509" y="6472"/>
                    </a:cubicBezTo>
                    <a:cubicBezTo>
                      <a:pt x="33388" y="5608"/>
                      <a:pt x="33008" y="4761"/>
                      <a:pt x="32213" y="4346"/>
                    </a:cubicBezTo>
                    <a:cubicBezTo>
                      <a:pt x="30658" y="3465"/>
                      <a:pt x="30278" y="2100"/>
                      <a:pt x="29414" y="942"/>
                    </a:cubicBezTo>
                    <a:cubicBezTo>
                      <a:pt x="29120" y="544"/>
                      <a:pt x="28947" y="78"/>
                      <a:pt x="28377" y="9"/>
                    </a:cubicBezTo>
                    <a:cubicBezTo>
                      <a:pt x="28330" y="3"/>
                      <a:pt x="28287" y="1"/>
                      <a:pt x="2824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25" name="Google Shape;4613;p64">
                <a:extLst>
                  <a:ext uri="{FF2B5EF4-FFF2-40B4-BE49-F238E27FC236}">
                    <a16:creationId xmlns:a16="http://schemas.microsoft.com/office/drawing/2014/main" id="{297385EA-6B24-27E3-6BDD-424760D4290E}"/>
                  </a:ext>
                </a:extLst>
              </p:cNvPr>
              <p:cNvSpPr/>
              <p:nvPr/>
            </p:nvSpPr>
            <p:spPr>
              <a:xfrm>
                <a:off x="6442175" y="3238700"/>
                <a:ext cx="571625" cy="311800"/>
              </a:xfrm>
              <a:custGeom>
                <a:avLst/>
                <a:gdLst/>
                <a:ahLst/>
                <a:cxnLst/>
                <a:rect l="l" t="t" r="r" b="b"/>
                <a:pathLst>
                  <a:path w="22865" h="12472" extrusionOk="0">
                    <a:moveTo>
                      <a:pt x="3070" y="1"/>
                    </a:moveTo>
                    <a:cubicBezTo>
                      <a:pt x="2939" y="1"/>
                      <a:pt x="2792" y="15"/>
                      <a:pt x="2627" y="46"/>
                    </a:cubicBezTo>
                    <a:cubicBezTo>
                      <a:pt x="1833" y="202"/>
                      <a:pt x="830" y="29"/>
                      <a:pt x="415" y="927"/>
                    </a:cubicBezTo>
                    <a:cubicBezTo>
                      <a:pt x="1" y="1826"/>
                      <a:pt x="934" y="1861"/>
                      <a:pt x="1400" y="2189"/>
                    </a:cubicBezTo>
                    <a:cubicBezTo>
                      <a:pt x="1504" y="2258"/>
                      <a:pt x="1366" y="2569"/>
                      <a:pt x="1435" y="2742"/>
                    </a:cubicBezTo>
                    <a:cubicBezTo>
                      <a:pt x="1757" y="3623"/>
                      <a:pt x="1963" y="4886"/>
                      <a:pt x="3062" y="4886"/>
                    </a:cubicBezTo>
                    <a:cubicBezTo>
                      <a:pt x="3084" y="4886"/>
                      <a:pt x="3106" y="4886"/>
                      <a:pt x="3129" y="4885"/>
                    </a:cubicBezTo>
                    <a:cubicBezTo>
                      <a:pt x="3207" y="4880"/>
                      <a:pt x="3284" y="4878"/>
                      <a:pt x="3360" y="4878"/>
                    </a:cubicBezTo>
                    <a:cubicBezTo>
                      <a:pt x="4698" y="4878"/>
                      <a:pt x="5731" y="5570"/>
                      <a:pt x="6810" y="6077"/>
                    </a:cubicBezTo>
                    <a:cubicBezTo>
                      <a:pt x="7328" y="6319"/>
                      <a:pt x="8019" y="7322"/>
                      <a:pt x="7207" y="8203"/>
                    </a:cubicBezTo>
                    <a:cubicBezTo>
                      <a:pt x="6913" y="8531"/>
                      <a:pt x="6948" y="8911"/>
                      <a:pt x="7121" y="9292"/>
                    </a:cubicBezTo>
                    <a:cubicBezTo>
                      <a:pt x="7274" y="9613"/>
                      <a:pt x="7597" y="9810"/>
                      <a:pt x="7934" y="9810"/>
                    </a:cubicBezTo>
                    <a:cubicBezTo>
                      <a:pt x="8014" y="9810"/>
                      <a:pt x="8095" y="9799"/>
                      <a:pt x="8175" y="9775"/>
                    </a:cubicBezTo>
                    <a:cubicBezTo>
                      <a:pt x="8275" y="9755"/>
                      <a:pt x="8368" y="9745"/>
                      <a:pt x="8457" y="9745"/>
                    </a:cubicBezTo>
                    <a:cubicBezTo>
                      <a:pt x="8811" y="9745"/>
                      <a:pt x="9087" y="9900"/>
                      <a:pt x="9419" y="10121"/>
                    </a:cubicBezTo>
                    <a:cubicBezTo>
                      <a:pt x="10079" y="10569"/>
                      <a:pt x="10930" y="10787"/>
                      <a:pt x="11688" y="10787"/>
                    </a:cubicBezTo>
                    <a:cubicBezTo>
                      <a:pt x="12538" y="10787"/>
                      <a:pt x="13270" y="10513"/>
                      <a:pt x="13480" y="9983"/>
                    </a:cubicBezTo>
                    <a:cubicBezTo>
                      <a:pt x="13648" y="9563"/>
                      <a:pt x="13555" y="9014"/>
                      <a:pt x="14230" y="9014"/>
                    </a:cubicBezTo>
                    <a:cubicBezTo>
                      <a:pt x="14250" y="9014"/>
                      <a:pt x="14271" y="9014"/>
                      <a:pt x="14293" y="9015"/>
                    </a:cubicBezTo>
                    <a:cubicBezTo>
                      <a:pt x="15036" y="9050"/>
                      <a:pt x="15381" y="9516"/>
                      <a:pt x="15450" y="10138"/>
                    </a:cubicBezTo>
                    <a:cubicBezTo>
                      <a:pt x="15640" y="11486"/>
                      <a:pt x="16522" y="11953"/>
                      <a:pt x="17697" y="11988"/>
                    </a:cubicBezTo>
                    <a:cubicBezTo>
                      <a:pt x="18224" y="11988"/>
                      <a:pt x="18870" y="12472"/>
                      <a:pt x="19366" y="12472"/>
                    </a:cubicBezTo>
                    <a:cubicBezTo>
                      <a:pt x="19602" y="12472"/>
                      <a:pt x="19804" y="12362"/>
                      <a:pt x="19944" y="12039"/>
                    </a:cubicBezTo>
                    <a:cubicBezTo>
                      <a:pt x="20289" y="11210"/>
                      <a:pt x="19287" y="10398"/>
                      <a:pt x="18596" y="9758"/>
                    </a:cubicBezTo>
                    <a:cubicBezTo>
                      <a:pt x="18164" y="9361"/>
                      <a:pt x="17420" y="8825"/>
                      <a:pt x="17749" y="8272"/>
                    </a:cubicBezTo>
                    <a:cubicBezTo>
                      <a:pt x="17984" y="7884"/>
                      <a:pt x="18253" y="7197"/>
                      <a:pt x="18937" y="7197"/>
                    </a:cubicBezTo>
                    <a:cubicBezTo>
                      <a:pt x="19107" y="7197"/>
                      <a:pt x="19302" y="7239"/>
                      <a:pt x="19529" y="7339"/>
                    </a:cubicBezTo>
                    <a:cubicBezTo>
                      <a:pt x="19732" y="7429"/>
                      <a:pt x="19935" y="7468"/>
                      <a:pt x="20135" y="7468"/>
                    </a:cubicBezTo>
                    <a:cubicBezTo>
                      <a:pt x="20854" y="7468"/>
                      <a:pt x="21544" y="6970"/>
                      <a:pt x="22138" y="6578"/>
                    </a:cubicBezTo>
                    <a:cubicBezTo>
                      <a:pt x="22795" y="6146"/>
                      <a:pt x="22864" y="5248"/>
                      <a:pt x="22311" y="4643"/>
                    </a:cubicBezTo>
                    <a:cubicBezTo>
                      <a:pt x="22115" y="4425"/>
                      <a:pt x="21948" y="4340"/>
                      <a:pt x="21799" y="4340"/>
                    </a:cubicBezTo>
                    <a:cubicBezTo>
                      <a:pt x="21465" y="4340"/>
                      <a:pt x="21227" y="4774"/>
                      <a:pt x="20963" y="5110"/>
                    </a:cubicBezTo>
                    <a:cubicBezTo>
                      <a:pt x="20756" y="5334"/>
                      <a:pt x="20479" y="5472"/>
                      <a:pt x="20168" y="5507"/>
                    </a:cubicBezTo>
                    <a:cubicBezTo>
                      <a:pt x="20112" y="5512"/>
                      <a:pt x="20051" y="5514"/>
                      <a:pt x="19986" y="5514"/>
                    </a:cubicBezTo>
                    <a:cubicBezTo>
                      <a:pt x="18639" y="5514"/>
                      <a:pt x="15548" y="4518"/>
                      <a:pt x="14344" y="3727"/>
                    </a:cubicBezTo>
                    <a:cubicBezTo>
                      <a:pt x="13999" y="3485"/>
                      <a:pt x="13636" y="3295"/>
                      <a:pt x="13238" y="3139"/>
                    </a:cubicBezTo>
                    <a:cubicBezTo>
                      <a:pt x="11925" y="2690"/>
                      <a:pt x="10473" y="2465"/>
                      <a:pt x="9298" y="1774"/>
                    </a:cubicBezTo>
                    <a:cubicBezTo>
                      <a:pt x="8770" y="1458"/>
                      <a:pt x="8301" y="1322"/>
                      <a:pt x="7877" y="1322"/>
                    </a:cubicBezTo>
                    <a:cubicBezTo>
                      <a:pt x="7093" y="1322"/>
                      <a:pt x="6459" y="1787"/>
                      <a:pt x="5876" y="2448"/>
                    </a:cubicBezTo>
                    <a:cubicBezTo>
                      <a:pt x="5497" y="2886"/>
                      <a:pt x="5240" y="3062"/>
                      <a:pt x="5050" y="3062"/>
                    </a:cubicBezTo>
                    <a:cubicBezTo>
                      <a:pt x="4739" y="3062"/>
                      <a:pt x="4614" y="2586"/>
                      <a:pt x="4442" y="2016"/>
                    </a:cubicBezTo>
                    <a:cubicBezTo>
                      <a:pt x="4193" y="1191"/>
                      <a:pt x="4266" y="1"/>
                      <a:pt x="307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26" name="Google Shape;4614;p64">
                <a:extLst>
                  <a:ext uri="{FF2B5EF4-FFF2-40B4-BE49-F238E27FC236}">
                    <a16:creationId xmlns:a16="http://schemas.microsoft.com/office/drawing/2014/main" id="{0169ED55-A310-3279-3751-4C381255C272}"/>
                  </a:ext>
                </a:extLst>
              </p:cNvPr>
              <p:cNvSpPr/>
              <p:nvPr/>
            </p:nvSpPr>
            <p:spPr>
              <a:xfrm>
                <a:off x="5898675" y="3029225"/>
                <a:ext cx="282150" cy="318450"/>
              </a:xfrm>
              <a:custGeom>
                <a:avLst/>
                <a:gdLst/>
                <a:ahLst/>
                <a:cxnLst/>
                <a:rect l="l" t="t" r="r" b="b"/>
                <a:pathLst>
                  <a:path w="11286" h="12738" extrusionOk="0">
                    <a:moveTo>
                      <a:pt x="8163" y="0"/>
                    </a:moveTo>
                    <a:cubicBezTo>
                      <a:pt x="7646" y="0"/>
                      <a:pt x="7307" y="634"/>
                      <a:pt x="7121" y="1115"/>
                    </a:cubicBezTo>
                    <a:cubicBezTo>
                      <a:pt x="6498" y="2618"/>
                      <a:pt x="5081" y="3362"/>
                      <a:pt x="4027" y="4450"/>
                    </a:cubicBezTo>
                    <a:cubicBezTo>
                      <a:pt x="3562" y="4916"/>
                      <a:pt x="2753" y="5709"/>
                      <a:pt x="2170" y="5709"/>
                    </a:cubicBezTo>
                    <a:cubicBezTo>
                      <a:pt x="2125" y="5709"/>
                      <a:pt x="2082" y="5704"/>
                      <a:pt x="2040" y="5695"/>
                    </a:cubicBezTo>
                    <a:cubicBezTo>
                      <a:pt x="1767" y="5631"/>
                      <a:pt x="1536" y="5602"/>
                      <a:pt x="1339" y="5602"/>
                    </a:cubicBezTo>
                    <a:cubicBezTo>
                      <a:pt x="150" y="5602"/>
                      <a:pt x="215" y="6659"/>
                      <a:pt x="52" y="7475"/>
                    </a:cubicBezTo>
                    <a:cubicBezTo>
                      <a:pt x="1" y="9410"/>
                      <a:pt x="1625" y="11518"/>
                      <a:pt x="3267" y="12123"/>
                    </a:cubicBezTo>
                    <a:cubicBezTo>
                      <a:pt x="3638" y="12262"/>
                      <a:pt x="4019" y="12277"/>
                      <a:pt x="4389" y="12277"/>
                    </a:cubicBezTo>
                    <a:cubicBezTo>
                      <a:pt x="4488" y="12277"/>
                      <a:pt x="4586" y="12276"/>
                      <a:pt x="4683" y="12276"/>
                    </a:cubicBezTo>
                    <a:cubicBezTo>
                      <a:pt x="5034" y="12276"/>
                      <a:pt x="5369" y="12290"/>
                      <a:pt x="5669" y="12417"/>
                    </a:cubicBezTo>
                    <a:cubicBezTo>
                      <a:pt x="6156" y="12630"/>
                      <a:pt x="6559" y="12738"/>
                      <a:pt x="6895" y="12738"/>
                    </a:cubicBezTo>
                    <a:cubicBezTo>
                      <a:pt x="7678" y="12738"/>
                      <a:pt x="8093" y="12148"/>
                      <a:pt x="8348" y="10914"/>
                    </a:cubicBezTo>
                    <a:cubicBezTo>
                      <a:pt x="8572" y="9773"/>
                      <a:pt x="9073" y="8235"/>
                      <a:pt x="9937" y="7786"/>
                    </a:cubicBezTo>
                    <a:cubicBezTo>
                      <a:pt x="11268" y="7094"/>
                      <a:pt x="10577" y="6697"/>
                      <a:pt x="10231" y="6023"/>
                    </a:cubicBezTo>
                    <a:cubicBezTo>
                      <a:pt x="9782" y="5124"/>
                      <a:pt x="8797" y="4278"/>
                      <a:pt x="10058" y="3189"/>
                    </a:cubicBezTo>
                    <a:cubicBezTo>
                      <a:pt x="10404" y="2895"/>
                      <a:pt x="11285" y="2618"/>
                      <a:pt x="10853" y="1945"/>
                    </a:cubicBezTo>
                    <a:cubicBezTo>
                      <a:pt x="10266" y="1063"/>
                      <a:pt x="9402" y="286"/>
                      <a:pt x="8348" y="26"/>
                    </a:cubicBezTo>
                    <a:cubicBezTo>
                      <a:pt x="8284" y="9"/>
                      <a:pt x="8222" y="0"/>
                      <a:pt x="816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27" name="Google Shape;4615;p64">
                <a:extLst>
                  <a:ext uri="{FF2B5EF4-FFF2-40B4-BE49-F238E27FC236}">
                    <a16:creationId xmlns:a16="http://schemas.microsoft.com/office/drawing/2014/main" id="{686C2C89-030C-957D-BA4C-691A79A3E87A}"/>
                  </a:ext>
                </a:extLst>
              </p:cNvPr>
              <p:cNvSpPr/>
              <p:nvPr/>
            </p:nvSpPr>
            <p:spPr>
              <a:xfrm>
                <a:off x="5544400" y="3065225"/>
                <a:ext cx="541800" cy="430700"/>
              </a:xfrm>
              <a:custGeom>
                <a:avLst/>
                <a:gdLst/>
                <a:ahLst/>
                <a:cxnLst/>
                <a:rect l="l" t="t" r="r" b="b"/>
                <a:pathLst>
                  <a:path w="21672" h="17228" extrusionOk="0">
                    <a:moveTo>
                      <a:pt x="7484" y="4583"/>
                    </a:moveTo>
                    <a:lnTo>
                      <a:pt x="7484" y="4583"/>
                    </a:lnTo>
                    <a:cubicBezTo>
                      <a:pt x="7486" y="4586"/>
                      <a:pt x="7488" y="4589"/>
                      <a:pt x="7491" y="4592"/>
                    </a:cubicBezTo>
                    <a:lnTo>
                      <a:pt x="7491" y="4592"/>
                    </a:lnTo>
                    <a:cubicBezTo>
                      <a:pt x="7494" y="4595"/>
                      <a:pt x="7498" y="4597"/>
                      <a:pt x="7501" y="4600"/>
                    </a:cubicBezTo>
                    <a:lnTo>
                      <a:pt x="7484" y="4583"/>
                    </a:lnTo>
                    <a:close/>
                    <a:moveTo>
                      <a:pt x="1210" y="0"/>
                    </a:moveTo>
                    <a:cubicBezTo>
                      <a:pt x="910" y="0"/>
                      <a:pt x="646" y="84"/>
                      <a:pt x="415" y="314"/>
                    </a:cubicBezTo>
                    <a:cubicBezTo>
                      <a:pt x="1" y="712"/>
                      <a:pt x="260" y="1127"/>
                      <a:pt x="571" y="1403"/>
                    </a:cubicBezTo>
                    <a:cubicBezTo>
                      <a:pt x="1833" y="2561"/>
                      <a:pt x="2939" y="3874"/>
                      <a:pt x="3872" y="5309"/>
                    </a:cubicBezTo>
                    <a:cubicBezTo>
                      <a:pt x="5894" y="8264"/>
                      <a:pt x="6948" y="12014"/>
                      <a:pt x="10663" y="13552"/>
                    </a:cubicBezTo>
                    <a:cubicBezTo>
                      <a:pt x="10715" y="13587"/>
                      <a:pt x="10733" y="13656"/>
                      <a:pt x="10733" y="13725"/>
                    </a:cubicBezTo>
                    <a:cubicBezTo>
                      <a:pt x="10007" y="15522"/>
                      <a:pt x="11579" y="15401"/>
                      <a:pt x="12478" y="15660"/>
                    </a:cubicBezTo>
                    <a:cubicBezTo>
                      <a:pt x="14932" y="16334"/>
                      <a:pt x="17420" y="16801"/>
                      <a:pt x="19961" y="17043"/>
                    </a:cubicBezTo>
                    <a:cubicBezTo>
                      <a:pt x="20276" y="17079"/>
                      <a:pt x="20618" y="17227"/>
                      <a:pt x="20904" y="17227"/>
                    </a:cubicBezTo>
                    <a:cubicBezTo>
                      <a:pt x="21167" y="17227"/>
                      <a:pt x="21382" y="17101"/>
                      <a:pt x="21482" y="16645"/>
                    </a:cubicBezTo>
                    <a:cubicBezTo>
                      <a:pt x="21672" y="15816"/>
                      <a:pt x="20842" y="15626"/>
                      <a:pt x="20306" y="15280"/>
                    </a:cubicBezTo>
                    <a:cubicBezTo>
                      <a:pt x="18129" y="13932"/>
                      <a:pt x="15502" y="14347"/>
                      <a:pt x="13204" y="13448"/>
                    </a:cubicBezTo>
                    <a:cubicBezTo>
                      <a:pt x="13103" y="13410"/>
                      <a:pt x="12986" y="13400"/>
                      <a:pt x="12863" y="13400"/>
                    </a:cubicBezTo>
                    <a:cubicBezTo>
                      <a:pt x="12726" y="13400"/>
                      <a:pt x="12582" y="13412"/>
                      <a:pt x="12448" y="13412"/>
                    </a:cubicBezTo>
                    <a:cubicBezTo>
                      <a:pt x="12162" y="13412"/>
                      <a:pt x="11919" y="13355"/>
                      <a:pt x="11873" y="12999"/>
                    </a:cubicBezTo>
                    <a:cubicBezTo>
                      <a:pt x="11769" y="12221"/>
                      <a:pt x="11614" y="11288"/>
                      <a:pt x="12409" y="10666"/>
                    </a:cubicBezTo>
                    <a:cubicBezTo>
                      <a:pt x="12979" y="10199"/>
                      <a:pt x="12806" y="9836"/>
                      <a:pt x="12478" y="9249"/>
                    </a:cubicBezTo>
                    <a:cubicBezTo>
                      <a:pt x="11908" y="8195"/>
                      <a:pt x="10352" y="8558"/>
                      <a:pt x="10076" y="7849"/>
                    </a:cubicBezTo>
                    <a:cubicBezTo>
                      <a:pt x="9542" y="6419"/>
                      <a:pt x="8354" y="5659"/>
                      <a:pt x="7491" y="4592"/>
                    </a:cubicBezTo>
                    <a:lnTo>
                      <a:pt x="7491" y="4592"/>
                    </a:lnTo>
                    <a:cubicBezTo>
                      <a:pt x="6993" y="4179"/>
                      <a:pt x="6512" y="3733"/>
                      <a:pt x="5980" y="3339"/>
                    </a:cubicBezTo>
                    <a:cubicBezTo>
                      <a:pt x="4563" y="2285"/>
                      <a:pt x="3682" y="522"/>
                      <a:pt x="1763" y="72"/>
                    </a:cubicBezTo>
                    <a:cubicBezTo>
                      <a:pt x="1567" y="28"/>
                      <a:pt x="1383" y="0"/>
                      <a:pt x="121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28" name="Google Shape;4616;p64">
                <a:extLst>
                  <a:ext uri="{FF2B5EF4-FFF2-40B4-BE49-F238E27FC236}">
                    <a16:creationId xmlns:a16="http://schemas.microsoft.com/office/drawing/2014/main" id="{994F85BB-9FDD-9D4E-C6EF-DF8C5910F435}"/>
                  </a:ext>
                </a:extLst>
              </p:cNvPr>
              <p:cNvSpPr/>
              <p:nvPr/>
            </p:nvSpPr>
            <p:spPr>
              <a:xfrm>
                <a:off x="4388700" y="3530600"/>
                <a:ext cx="227275" cy="395425"/>
              </a:xfrm>
              <a:custGeom>
                <a:avLst/>
                <a:gdLst/>
                <a:ahLst/>
                <a:cxnLst/>
                <a:rect l="l" t="t" r="r" b="b"/>
                <a:pathLst>
                  <a:path w="9091" h="15817" extrusionOk="0">
                    <a:moveTo>
                      <a:pt x="7622" y="0"/>
                    </a:moveTo>
                    <a:cubicBezTo>
                      <a:pt x="7155" y="0"/>
                      <a:pt x="6965" y="363"/>
                      <a:pt x="6740" y="761"/>
                    </a:cubicBezTo>
                    <a:cubicBezTo>
                      <a:pt x="5963" y="2212"/>
                      <a:pt x="5323" y="3802"/>
                      <a:pt x="3405" y="4200"/>
                    </a:cubicBezTo>
                    <a:cubicBezTo>
                      <a:pt x="2645" y="4338"/>
                      <a:pt x="2247" y="4891"/>
                      <a:pt x="2109" y="5738"/>
                    </a:cubicBezTo>
                    <a:cubicBezTo>
                      <a:pt x="1781" y="7587"/>
                      <a:pt x="1971" y="9471"/>
                      <a:pt x="917" y="11285"/>
                    </a:cubicBezTo>
                    <a:cubicBezTo>
                      <a:pt x="1" y="12910"/>
                      <a:pt x="1660" y="15813"/>
                      <a:pt x="3077" y="15813"/>
                    </a:cubicBezTo>
                    <a:cubicBezTo>
                      <a:pt x="3125" y="15815"/>
                      <a:pt x="3172" y="15816"/>
                      <a:pt x="3219" y="15816"/>
                    </a:cubicBezTo>
                    <a:cubicBezTo>
                      <a:pt x="4640" y="15816"/>
                      <a:pt x="5279" y="14808"/>
                      <a:pt x="5496" y="13670"/>
                    </a:cubicBezTo>
                    <a:cubicBezTo>
                      <a:pt x="6049" y="11095"/>
                      <a:pt x="7034" y="8676"/>
                      <a:pt x="8002" y="6256"/>
                    </a:cubicBezTo>
                    <a:cubicBezTo>
                      <a:pt x="8745" y="4373"/>
                      <a:pt x="9091" y="2645"/>
                      <a:pt x="8192" y="778"/>
                    </a:cubicBezTo>
                    <a:cubicBezTo>
                      <a:pt x="8054" y="467"/>
                      <a:pt x="8106" y="18"/>
                      <a:pt x="762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29" name="Google Shape;4617;p64">
                <a:extLst>
                  <a:ext uri="{FF2B5EF4-FFF2-40B4-BE49-F238E27FC236}">
                    <a16:creationId xmlns:a16="http://schemas.microsoft.com/office/drawing/2014/main" id="{F0D2A484-AD7C-8744-99FE-96438978A829}"/>
                  </a:ext>
                </a:extLst>
              </p:cNvPr>
              <p:cNvSpPr/>
              <p:nvPr/>
            </p:nvSpPr>
            <p:spPr>
              <a:xfrm>
                <a:off x="6438300" y="1893850"/>
                <a:ext cx="267450" cy="418275"/>
              </a:xfrm>
              <a:custGeom>
                <a:avLst/>
                <a:gdLst/>
                <a:ahLst/>
                <a:cxnLst/>
                <a:rect l="l" t="t" r="r" b="b"/>
                <a:pathLst>
                  <a:path w="10698" h="16731" extrusionOk="0">
                    <a:moveTo>
                      <a:pt x="4909" y="1"/>
                    </a:moveTo>
                    <a:cubicBezTo>
                      <a:pt x="4667" y="1"/>
                      <a:pt x="4504" y="61"/>
                      <a:pt x="4562" y="216"/>
                    </a:cubicBezTo>
                    <a:cubicBezTo>
                      <a:pt x="5064" y="1633"/>
                      <a:pt x="3992" y="3465"/>
                      <a:pt x="5444" y="4502"/>
                    </a:cubicBezTo>
                    <a:cubicBezTo>
                      <a:pt x="6654" y="5366"/>
                      <a:pt x="6515" y="6627"/>
                      <a:pt x="6913" y="7647"/>
                    </a:cubicBezTo>
                    <a:cubicBezTo>
                      <a:pt x="6804" y="8207"/>
                      <a:pt x="6835" y="9062"/>
                      <a:pt x="6426" y="9062"/>
                    </a:cubicBezTo>
                    <a:cubicBezTo>
                      <a:pt x="6380" y="9062"/>
                      <a:pt x="6330" y="9052"/>
                      <a:pt x="6273" y="9029"/>
                    </a:cubicBezTo>
                    <a:cubicBezTo>
                      <a:pt x="6019" y="8928"/>
                      <a:pt x="5817" y="8884"/>
                      <a:pt x="5657" y="8884"/>
                    </a:cubicBezTo>
                    <a:cubicBezTo>
                      <a:pt x="5131" y="8884"/>
                      <a:pt x="5047" y="9360"/>
                      <a:pt x="4995" y="9876"/>
                    </a:cubicBezTo>
                    <a:cubicBezTo>
                      <a:pt x="4925" y="10533"/>
                      <a:pt x="4614" y="10757"/>
                      <a:pt x="4044" y="10896"/>
                    </a:cubicBezTo>
                    <a:cubicBezTo>
                      <a:pt x="726" y="11673"/>
                      <a:pt x="0" y="13229"/>
                      <a:pt x="1659" y="16028"/>
                    </a:cubicBezTo>
                    <a:cubicBezTo>
                      <a:pt x="1834" y="16314"/>
                      <a:pt x="1935" y="16730"/>
                      <a:pt x="2351" y="16730"/>
                    </a:cubicBezTo>
                    <a:cubicBezTo>
                      <a:pt x="2389" y="16730"/>
                      <a:pt x="2429" y="16727"/>
                      <a:pt x="2471" y="16720"/>
                    </a:cubicBezTo>
                    <a:cubicBezTo>
                      <a:pt x="3007" y="16633"/>
                      <a:pt x="3197" y="16236"/>
                      <a:pt x="3301" y="15752"/>
                    </a:cubicBezTo>
                    <a:cubicBezTo>
                      <a:pt x="3405" y="15251"/>
                      <a:pt x="3301" y="14784"/>
                      <a:pt x="4009" y="14542"/>
                    </a:cubicBezTo>
                    <a:cubicBezTo>
                      <a:pt x="5651" y="13955"/>
                      <a:pt x="7241" y="13194"/>
                      <a:pt x="8866" y="12555"/>
                    </a:cubicBezTo>
                    <a:cubicBezTo>
                      <a:pt x="9298" y="12399"/>
                      <a:pt x="9643" y="12261"/>
                      <a:pt x="9799" y="11829"/>
                    </a:cubicBezTo>
                    <a:cubicBezTo>
                      <a:pt x="10300" y="10308"/>
                      <a:pt x="8866" y="5746"/>
                      <a:pt x="7604" y="4709"/>
                    </a:cubicBezTo>
                    <a:cubicBezTo>
                      <a:pt x="7397" y="4536"/>
                      <a:pt x="6809" y="4571"/>
                      <a:pt x="7016" y="4139"/>
                    </a:cubicBezTo>
                    <a:cubicBezTo>
                      <a:pt x="7082" y="4008"/>
                      <a:pt x="7166" y="3963"/>
                      <a:pt x="7262" y="3963"/>
                    </a:cubicBezTo>
                    <a:cubicBezTo>
                      <a:pt x="7468" y="3963"/>
                      <a:pt x="7725" y="4173"/>
                      <a:pt x="7950" y="4173"/>
                    </a:cubicBezTo>
                    <a:cubicBezTo>
                      <a:pt x="7979" y="4174"/>
                      <a:pt x="8009" y="4175"/>
                      <a:pt x="8039" y="4175"/>
                    </a:cubicBezTo>
                    <a:cubicBezTo>
                      <a:pt x="9008" y="4175"/>
                      <a:pt x="9913" y="3634"/>
                      <a:pt x="10265" y="2946"/>
                    </a:cubicBezTo>
                    <a:cubicBezTo>
                      <a:pt x="10697" y="2117"/>
                      <a:pt x="9695" y="1667"/>
                      <a:pt x="8987" y="1581"/>
                    </a:cubicBezTo>
                    <a:cubicBezTo>
                      <a:pt x="7811" y="1443"/>
                      <a:pt x="6930" y="786"/>
                      <a:pt x="5962" y="250"/>
                    </a:cubicBezTo>
                    <a:cubicBezTo>
                      <a:pt x="5704" y="111"/>
                      <a:pt x="5235" y="1"/>
                      <a:pt x="490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30" name="Google Shape;4618;p64">
                <a:extLst>
                  <a:ext uri="{FF2B5EF4-FFF2-40B4-BE49-F238E27FC236}">
                    <a16:creationId xmlns:a16="http://schemas.microsoft.com/office/drawing/2014/main" id="{ACF7E0B8-D465-74E7-D00D-8156B5D57C1E}"/>
                  </a:ext>
                </a:extLst>
              </p:cNvPr>
              <p:cNvSpPr/>
              <p:nvPr/>
            </p:nvSpPr>
            <p:spPr>
              <a:xfrm>
                <a:off x="6901875" y="4220725"/>
                <a:ext cx="468775" cy="354550"/>
              </a:xfrm>
              <a:custGeom>
                <a:avLst/>
                <a:gdLst/>
                <a:ahLst/>
                <a:cxnLst/>
                <a:rect l="l" t="t" r="r" b="b"/>
                <a:pathLst>
                  <a:path w="18751" h="14182" extrusionOk="0">
                    <a:moveTo>
                      <a:pt x="15666" y="0"/>
                    </a:moveTo>
                    <a:cubicBezTo>
                      <a:pt x="15588" y="0"/>
                      <a:pt x="15504" y="9"/>
                      <a:pt x="15415" y="28"/>
                    </a:cubicBezTo>
                    <a:cubicBezTo>
                      <a:pt x="14690" y="184"/>
                      <a:pt x="14759" y="772"/>
                      <a:pt x="14897" y="1290"/>
                    </a:cubicBezTo>
                    <a:cubicBezTo>
                      <a:pt x="15294" y="2845"/>
                      <a:pt x="14880" y="4038"/>
                      <a:pt x="13463" y="4850"/>
                    </a:cubicBezTo>
                    <a:cubicBezTo>
                      <a:pt x="13013" y="5109"/>
                      <a:pt x="12823" y="5472"/>
                      <a:pt x="13065" y="5991"/>
                    </a:cubicBezTo>
                    <a:cubicBezTo>
                      <a:pt x="13324" y="6578"/>
                      <a:pt x="12823" y="6803"/>
                      <a:pt x="12512" y="7097"/>
                    </a:cubicBezTo>
                    <a:cubicBezTo>
                      <a:pt x="12410" y="7191"/>
                      <a:pt x="12303" y="7233"/>
                      <a:pt x="12200" y="7233"/>
                    </a:cubicBezTo>
                    <a:cubicBezTo>
                      <a:pt x="12041" y="7233"/>
                      <a:pt x="11891" y="7133"/>
                      <a:pt x="11786" y="6976"/>
                    </a:cubicBezTo>
                    <a:cubicBezTo>
                      <a:pt x="11531" y="6610"/>
                      <a:pt x="11284" y="6477"/>
                      <a:pt x="11039" y="6477"/>
                    </a:cubicBezTo>
                    <a:cubicBezTo>
                      <a:pt x="10705" y="6477"/>
                      <a:pt x="10373" y="6726"/>
                      <a:pt x="10024" y="6976"/>
                    </a:cubicBezTo>
                    <a:cubicBezTo>
                      <a:pt x="8797" y="7891"/>
                      <a:pt x="7811" y="9188"/>
                      <a:pt x="6308" y="9637"/>
                    </a:cubicBezTo>
                    <a:cubicBezTo>
                      <a:pt x="4303" y="10242"/>
                      <a:pt x="2696" y="11572"/>
                      <a:pt x="812" y="12385"/>
                    </a:cubicBezTo>
                    <a:cubicBezTo>
                      <a:pt x="242" y="12627"/>
                      <a:pt x="0" y="13214"/>
                      <a:pt x="692" y="13577"/>
                    </a:cubicBezTo>
                    <a:cubicBezTo>
                      <a:pt x="1262" y="13888"/>
                      <a:pt x="1936" y="13992"/>
                      <a:pt x="2610" y="14182"/>
                    </a:cubicBezTo>
                    <a:cubicBezTo>
                      <a:pt x="3819" y="13854"/>
                      <a:pt x="4943" y="13249"/>
                      <a:pt x="5893" y="12436"/>
                    </a:cubicBezTo>
                    <a:cubicBezTo>
                      <a:pt x="7829" y="10743"/>
                      <a:pt x="10144" y="9447"/>
                      <a:pt x="12357" y="8496"/>
                    </a:cubicBezTo>
                    <a:cubicBezTo>
                      <a:pt x="14396" y="7615"/>
                      <a:pt x="15847" y="6042"/>
                      <a:pt x="17817" y="5213"/>
                    </a:cubicBezTo>
                    <a:cubicBezTo>
                      <a:pt x="18301" y="4988"/>
                      <a:pt x="18751" y="4452"/>
                      <a:pt x="18612" y="3848"/>
                    </a:cubicBezTo>
                    <a:cubicBezTo>
                      <a:pt x="18539" y="3538"/>
                      <a:pt x="18402" y="3442"/>
                      <a:pt x="18239" y="3442"/>
                    </a:cubicBezTo>
                    <a:cubicBezTo>
                      <a:pt x="18019" y="3442"/>
                      <a:pt x="17752" y="3615"/>
                      <a:pt x="17524" y="3675"/>
                    </a:cubicBezTo>
                    <a:cubicBezTo>
                      <a:pt x="17487" y="3682"/>
                      <a:pt x="17451" y="3686"/>
                      <a:pt x="17417" y="3686"/>
                    </a:cubicBezTo>
                    <a:cubicBezTo>
                      <a:pt x="17207" y="3686"/>
                      <a:pt x="17050" y="3554"/>
                      <a:pt x="17109" y="3346"/>
                    </a:cubicBezTo>
                    <a:cubicBezTo>
                      <a:pt x="17385" y="2431"/>
                      <a:pt x="16625" y="1791"/>
                      <a:pt x="16556" y="962"/>
                    </a:cubicBezTo>
                    <a:cubicBezTo>
                      <a:pt x="16526" y="461"/>
                      <a:pt x="16229" y="0"/>
                      <a:pt x="1566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31" name="Google Shape;4619;p64">
                <a:extLst>
                  <a:ext uri="{FF2B5EF4-FFF2-40B4-BE49-F238E27FC236}">
                    <a16:creationId xmlns:a16="http://schemas.microsoft.com/office/drawing/2014/main" id="{F0093E58-8256-BFF3-2F2D-777E0BD6A5B0}"/>
                  </a:ext>
                </a:extLst>
              </p:cNvPr>
              <p:cNvSpPr/>
              <p:nvPr/>
            </p:nvSpPr>
            <p:spPr>
              <a:xfrm>
                <a:off x="6306100" y="2654825"/>
                <a:ext cx="232875" cy="385425"/>
              </a:xfrm>
              <a:custGeom>
                <a:avLst/>
                <a:gdLst/>
                <a:ahLst/>
                <a:cxnLst/>
                <a:rect l="l" t="t" r="r" b="b"/>
                <a:pathLst>
                  <a:path w="9315" h="15417" extrusionOk="0">
                    <a:moveTo>
                      <a:pt x="6907" y="9941"/>
                    </a:moveTo>
                    <a:cubicBezTo>
                      <a:pt x="6738" y="10523"/>
                      <a:pt x="6645" y="11167"/>
                      <a:pt x="5910" y="11304"/>
                    </a:cubicBezTo>
                    <a:cubicBezTo>
                      <a:pt x="5905" y="11305"/>
                      <a:pt x="5899" y="11305"/>
                      <a:pt x="5892" y="11305"/>
                    </a:cubicBezTo>
                    <a:cubicBezTo>
                      <a:pt x="5767" y="11305"/>
                      <a:pt x="5547" y="11146"/>
                      <a:pt x="5547" y="11097"/>
                    </a:cubicBezTo>
                    <a:cubicBezTo>
                      <a:pt x="5616" y="10270"/>
                      <a:pt x="6304" y="10147"/>
                      <a:pt x="6907" y="9941"/>
                    </a:cubicBezTo>
                    <a:close/>
                    <a:moveTo>
                      <a:pt x="2345" y="1"/>
                    </a:moveTo>
                    <a:cubicBezTo>
                      <a:pt x="2049" y="1"/>
                      <a:pt x="1708" y="93"/>
                      <a:pt x="1419" y="93"/>
                    </a:cubicBezTo>
                    <a:cubicBezTo>
                      <a:pt x="1383" y="93"/>
                      <a:pt x="1348" y="92"/>
                      <a:pt x="1313" y="88"/>
                    </a:cubicBezTo>
                    <a:cubicBezTo>
                      <a:pt x="1306" y="88"/>
                      <a:pt x="1299" y="88"/>
                      <a:pt x="1292" y="88"/>
                    </a:cubicBezTo>
                    <a:cubicBezTo>
                      <a:pt x="885" y="88"/>
                      <a:pt x="504" y="561"/>
                      <a:pt x="639" y="883"/>
                    </a:cubicBezTo>
                    <a:cubicBezTo>
                      <a:pt x="1244" y="2283"/>
                      <a:pt x="0" y="3977"/>
                      <a:pt x="1348" y="5273"/>
                    </a:cubicBezTo>
                    <a:cubicBezTo>
                      <a:pt x="1538" y="5446"/>
                      <a:pt x="1383" y="5964"/>
                      <a:pt x="1538" y="6241"/>
                    </a:cubicBezTo>
                    <a:cubicBezTo>
                      <a:pt x="1851" y="6738"/>
                      <a:pt x="1941" y="7889"/>
                      <a:pt x="2501" y="7889"/>
                    </a:cubicBezTo>
                    <a:cubicBezTo>
                      <a:pt x="2623" y="7889"/>
                      <a:pt x="2766" y="7836"/>
                      <a:pt x="2938" y="7710"/>
                    </a:cubicBezTo>
                    <a:cubicBezTo>
                      <a:pt x="3345" y="7411"/>
                      <a:pt x="3664" y="7306"/>
                      <a:pt x="3951" y="7306"/>
                    </a:cubicBezTo>
                    <a:cubicBezTo>
                      <a:pt x="4345" y="7306"/>
                      <a:pt x="4678" y="7505"/>
                      <a:pt x="5098" y="7675"/>
                    </a:cubicBezTo>
                    <a:cubicBezTo>
                      <a:pt x="5375" y="7796"/>
                      <a:pt x="5651" y="7848"/>
                      <a:pt x="5668" y="8176"/>
                    </a:cubicBezTo>
                    <a:cubicBezTo>
                      <a:pt x="5668" y="8297"/>
                      <a:pt x="5547" y="8401"/>
                      <a:pt x="5478" y="8504"/>
                    </a:cubicBezTo>
                    <a:cubicBezTo>
                      <a:pt x="5288" y="8384"/>
                      <a:pt x="5098" y="8263"/>
                      <a:pt x="4908" y="8107"/>
                    </a:cubicBezTo>
                    <a:cubicBezTo>
                      <a:pt x="4670" y="7869"/>
                      <a:pt x="4349" y="7740"/>
                      <a:pt x="4020" y="7740"/>
                    </a:cubicBezTo>
                    <a:cubicBezTo>
                      <a:pt x="3895" y="7740"/>
                      <a:pt x="3770" y="7758"/>
                      <a:pt x="3646" y="7796"/>
                    </a:cubicBezTo>
                    <a:cubicBezTo>
                      <a:pt x="3059" y="7951"/>
                      <a:pt x="3284" y="8470"/>
                      <a:pt x="3249" y="8850"/>
                    </a:cubicBezTo>
                    <a:cubicBezTo>
                      <a:pt x="3180" y="10008"/>
                      <a:pt x="4701" y="11270"/>
                      <a:pt x="4580" y="11408"/>
                    </a:cubicBezTo>
                    <a:cubicBezTo>
                      <a:pt x="3042" y="13170"/>
                      <a:pt x="4251" y="13205"/>
                      <a:pt x="5599" y="13758"/>
                    </a:cubicBezTo>
                    <a:cubicBezTo>
                      <a:pt x="6014" y="13948"/>
                      <a:pt x="6429" y="15244"/>
                      <a:pt x="7379" y="15400"/>
                    </a:cubicBezTo>
                    <a:cubicBezTo>
                      <a:pt x="7454" y="15411"/>
                      <a:pt x="7523" y="15417"/>
                      <a:pt x="7586" y="15417"/>
                    </a:cubicBezTo>
                    <a:cubicBezTo>
                      <a:pt x="8462" y="15417"/>
                      <a:pt x="8316" y="14362"/>
                      <a:pt x="8606" y="13879"/>
                    </a:cubicBezTo>
                    <a:cubicBezTo>
                      <a:pt x="9315" y="12687"/>
                      <a:pt x="8554" y="11529"/>
                      <a:pt x="8105" y="10423"/>
                    </a:cubicBezTo>
                    <a:cubicBezTo>
                      <a:pt x="7967" y="10058"/>
                      <a:pt x="7709" y="9812"/>
                      <a:pt x="7353" y="9812"/>
                    </a:cubicBezTo>
                    <a:cubicBezTo>
                      <a:pt x="7222" y="9812"/>
                      <a:pt x="7078" y="9845"/>
                      <a:pt x="6922" y="9917"/>
                    </a:cubicBezTo>
                    <a:lnTo>
                      <a:pt x="6922" y="9917"/>
                    </a:lnTo>
                    <a:cubicBezTo>
                      <a:pt x="7290" y="9072"/>
                      <a:pt x="8114" y="7913"/>
                      <a:pt x="7103" y="7433"/>
                    </a:cubicBezTo>
                    <a:cubicBezTo>
                      <a:pt x="5789" y="6828"/>
                      <a:pt x="5530" y="5048"/>
                      <a:pt x="3854" y="4927"/>
                    </a:cubicBezTo>
                    <a:cubicBezTo>
                      <a:pt x="3335" y="4893"/>
                      <a:pt x="2886" y="4167"/>
                      <a:pt x="3318" y="3424"/>
                    </a:cubicBezTo>
                    <a:cubicBezTo>
                      <a:pt x="3975" y="2318"/>
                      <a:pt x="3353" y="1298"/>
                      <a:pt x="2955" y="348"/>
                    </a:cubicBezTo>
                    <a:cubicBezTo>
                      <a:pt x="2833" y="73"/>
                      <a:pt x="2607" y="1"/>
                      <a:pt x="234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32" name="Google Shape;4620;p64">
                <a:extLst>
                  <a:ext uri="{FF2B5EF4-FFF2-40B4-BE49-F238E27FC236}">
                    <a16:creationId xmlns:a16="http://schemas.microsoft.com/office/drawing/2014/main" id="{79837BA8-36D0-CF8E-6545-69669723B793}"/>
                  </a:ext>
                </a:extLst>
              </p:cNvPr>
              <p:cNvSpPr/>
              <p:nvPr/>
            </p:nvSpPr>
            <p:spPr>
              <a:xfrm>
                <a:off x="6139750" y="3178550"/>
                <a:ext cx="185375" cy="227425"/>
              </a:xfrm>
              <a:custGeom>
                <a:avLst/>
                <a:gdLst/>
                <a:ahLst/>
                <a:cxnLst/>
                <a:rect l="l" t="t" r="r" b="b"/>
                <a:pathLst>
                  <a:path w="7415" h="9097" extrusionOk="0">
                    <a:moveTo>
                      <a:pt x="6576" y="0"/>
                    </a:moveTo>
                    <a:cubicBezTo>
                      <a:pt x="6440" y="0"/>
                      <a:pt x="6314" y="46"/>
                      <a:pt x="6222" y="154"/>
                    </a:cubicBezTo>
                    <a:cubicBezTo>
                      <a:pt x="5928" y="483"/>
                      <a:pt x="5611" y="592"/>
                      <a:pt x="5290" y="592"/>
                    </a:cubicBezTo>
                    <a:cubicBezTo>
                      <a:pt x="4988" y="592"/>
                      <a:pt x="4683" y="496"/>
                      <a:pt x="4390" y="396"/>
                    </a:cubicBezTo>
                    <a:cubicBezTo>
                      <a:pt x="3964" y="242"/>
                      <a:pt x="3597" y="173"/>
                      <a:pt x="3279" y="173"/>
                    </a:cubicBezTo>
                    <a:cubicBezTo>
                      <a:pt x="1986" y="173"/>
                      <a:pt x="1492" y="1318"/>
                      <a:pt x="1020" y="2608"/>
                    </a:cubicBezTo>
                    <a:cubicBezTo>
                      <a:pt x="364" y="4353"/>
                      <a:pt x="1" y="6064"/>
                      <a:pt x="796" y="7360"/>
                    </a:cubicBezTo>
                    <a:cubicBezTo>
                      <a:pt x="847" y="8362"/>
                      <a:pt x="761" y="8984"/>
                      <a:pt x="1470" y="9088"/>
                    </a:cubicBezTo>
                    <a:cubicBezTo>
                      <a:pt x="1519" y="9094"/>
                      <a:pt x="1568" y="9097"/>
                      <a:pt x="1614" y="9097"/>
                    </a:cubicBezTo>
                    <a:cubicBezTo>
                      <a:pt x="2117" y="9097"/>
                      <a:pt x="2435" y="8762"/>
                      <a:pt x="2593" y="8224"/>
                    </a:cubicBezTo>
                    <a:cubicBezTo>
                      <a:pt x="2634" y="8075"/>
                      <a:pt x="2578" y="7743"/>
                      <a:pt x="2746" y="7743"/>
                    </a:cubicBezTo>
                    <a:cubicBezTo>
                      <a:pt x="2792" y="7743"/>
                      <a:pt x="2854" y="7768"/>
                      <a:pt x="2938" y="7827"/>
                    </a:cubicBezTo>
                    <a:cubicBezTo>
                      <a:pt x="3173" y="7995"/>
                      <a:pt x="3380" y="8062"/>
                      <a:pt x="3567" y="8062"/>
                    </a:cubicBezTo>
                    <a:cubicBezTo>
                      <a:pt x="4013" y="8062"/>
                      <a:pt x="4340" y="7677"/>
                      <a:pt x="4632" y="7360"/>
                    </a:cubicBezTo>
                    <a:cubicBezTo>
                      <a:pt x="5116" y="6842"/>
                      <a:pt x="4563" y="6358"/>
                      <a:pt x="4373" y="5839"/>
                    </a:cubicBezTo>
                    <a:cubicBezTo>
                      <a:pt x="4183" y="5321"/>
                      <a:pt x="3491" y="4750"/>
                      <a:pt x="4442" y="4249"/>
                    </a:cubicBezTo>
                    <a:cubicBezTo>
                      <a:pt x="4943" y="3990"/>
                      <a:pt x="5790" y="3852"/>
                      <a:pt x="5427" y="3057"/>
                    </a:cubicBezTo>
                    <a:cubicBezTo>
                      <a:pt x="5274" y="2713"/>
                      <a:pt x="5030" y="2616"/>
                      <a:pt x="4752" y="2616"/>
                    </a:cubicBezTo>
                    <a:cubicBezTo>
                      <a:pt x="4400" y="2616"/>
                      <a:pt x="3994" y="2771"/>
                      <a:pt x="3647" y="2780"/>
                    </a:cubicBezTo>
                    <a:cubicBezTo>
                      <a:pt x="3388" y="2815"/>
                      <a:pt x="3129" y="2850"/>
                      <a:pt x="2887" y="2919"/>
                    </a:cubicBezTo>
                    <a:cubicBezTo>
                      <a:pt x="2887" y="2746"/>
                      <a:pt x="2800" y="2487"/>
                      <a:pt x="2887" y="2435"/>
                    </a:cubicBezTo>
                    <a:cubicBezTo>
                      <a:pt x="3111" y="2262"/>
                      <a:pt x="3405" y="2037"/>
                      <a:pt x="3664" y="2037"/>
                    </a:cubicBezTo>
                    <a:cubicBezTo>
                      <a:pt x="4321" y="2055"/>
                      <a:pt x="4995" y="2262"/>
                      <a:pt x="5634" y="2262"/>
                    </a:cubicBezTo>
                    <a:cubicBezTo>
                      <a:pt x="6481" y="2262"/>
                      <a:pt x="6861" y="1553"/>
                      <a:pt x="7242" y="931"/>
                    </a:cubicBezTo>
                    <a:cubicBezTo>
                      <a:pt x="7414" y="689"/>
                      <a:pt x="7328" y="344"/>
                      <a:pt x="7086" y="188"/>
                    </a:cubicBezTo>
                    <a:cubicBezTo>
                      <a:pt x="6932" y="73"/>
                      <a:pt x="6746" y="0"/>
                      <a:pt x="657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33" name="Google Shape;4621;p64">
                <a:extLst>
                  <a:ext uri="{FF2B5EF4-FFF2-40B4-BE49-F238E27FC236}">
                    <a16:creationId xmlns:a16="http://schemas.microsoft.com/office/drawing/2014/main" id="{FDFDD268-9BA3-45E5-EAA5-B1CAA3354E1E}"/>
                  </a:ext>
                </a:extLst>
              </p:cNvPr>
              <p:cNvSpPr/>
              <p:nvPr/>
            </p:nvSpPr>
            <p:spPr>
              <a:xfrm>
                <a:off x="4320000" y="1079225"/>
                <a:ext cx="260125" cy="163000"/>
              </a:xfrm>
              <a:custGeom>
                <a:avLst/>
                <a:gdLst/>
                <a:ahLst/>
                <a:cxnLst/>
                <a:rect l="l" t="t" r="r" b="b"/>
                <a:pathLst>
                  <a:path w="10405" h="6520" extrusionOk="0">
                    <a:moveTo>
                      <a:pt x="8970" y="1"/>
                    </a:moveTo>
                    <a:cubicBezTo>
                      <a:pt x="6620" y="778"/>
                      <a:pt x="3786" y="294"/>
                      <a:pt x="1764" y="2576"/>
                    </a:cubicBezTo>
                    <a:cubicBezTo>
                      <a:pt x="502" y="3993"/>
                      <a:pt x="1" y="5410"/>
                      <a:pt x="1038" y="5876"/>
                    </a:cubicBezTo>
                    <a:cubicBezTo>
                      <a:pt x="2057" y="6274"/>
                      <a:pt x="3146" y="6499"/>
                      <a:pt x="4252" y="6516"/>
                    </a:cubicBezTo>
                    <a:cubicBezTo>
                      <a:pt x="4303" y="6518"/>
                      <a:pt x="4355" y="6520"/>
                      <a:pt x="4406" y="6520"/>
                    </a:cubicBezTo>
                    <a:cubicBezTo>
                      <a:pt x="4717" y="6520"/>
                      <a:pt x="5012" y="6455"/>
                      <a:pt x="5116" y="6084"/>
                    </a:cubicBezTo>
                    <a:cubicBezTo>
                      <a:pt x="5237" y="5652"/>
                      <a:pt x="4892" y="5479"/>
                      <a:pt x="4563" y="5323"/>
                    </a:cubicBezTo>
                    <a:cubicBezTo>
                      <a:pt x="3094" y="4598"/>
                      <a:pt x="3630" y="3924"/>
                      <a:pt x="4598" y="3198"/>
                    </a:cubicBezTo>
                    <a:cubicBezTo>
                      <a:pt x="5980" y="2144"/>
                      <a:pt x="7726" y="2126"/>
                      <a:pt x="9264" y="1487"/>
                    </a:cubicBezTo>
                    <a:cubicBezTo>
                      <a:pt x="9696" y="1331"/>
                      <a:pt x="10404" y="1556"/>
                      <a:pt x="10352" y="796"/>
                    </a:cubicBezTo>
                    <a:cubicBezTo>
                      <a:pt x="10301" y="35"/>
                      <a:pt x="9627" y="70"/>
                      <a:pt x="897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34" name="Google Shape;4622;p64">
                <a:extLst>
                  <a:ext uri="{FF2B5EF4-FFF2-40B4-BE49-F238E27FC236}">
                    <a16:creationId xmlns:a16="http://schemas.microsoft.com/office/drawing/2014/main" id="{B9656D68-FE36-6A7F-DDC4-B4E2B6945035}"/>
                  </a:ext>
                </a:extLst>
              </p:cNvPr>
              <p:cNvSpPr/>
              <p:nvPr/>
            </p:nvSpPr>
            <p:spPr>
              <a:xfrm>
                <a:off x="3605850" y="1017225"/>
                <a:ext cx="246275" cy="88775"/>
              </a:xfrm>
              <a:custGeom>
                <a:avLst/>
                <a:gdLst/>
                <a:ahLst/>
                <a:cxnLst/>
                <a:rect l="l" t="t" r="r" b="b"/>
                <a:pathLst>
                  <a:path w="9851" h="3551" extrusionOk="0">
                    <a:moveTo>
                      <a:pt x="3896" y="1"/>
                    </a:moveTo>
                    <a:cubicBezTo>
                      <a:pt x="2951" y="1"/>
                      <a:pt x="1998" y="113"/>
                      <a:pt x="1055" y="130"/>
                    </a:cubicBezTo>
                    <a:cubicBezTo>
                      <a:pt x="674" y="130"/>
                      <a:pt x="260" y="217"/>
                      <a:pt x="121" y="649"/>
                    </a:cubicBezTo>
                    <a:cubicBezTo>
                      <a:pt x="0" y="1046"/>
                      <a:pt x="173" y="1461"/>
                      <a:pt x="536" y="1651"/>
                    </a:cubicBezTo>
                    <a:cubicBezTo>
                      <a:pt x="1487" y="2256"/>
                      <a:pt x="2489" y="2792"/>
                      <a:pt x="3474" y="3345"/>
                    </a:cubicBezTo>
                    <a:cubicBezTo>
                      <a:pt x="3715" y="3472"/>
                      <a:pt x="3939" y="3551"/>
                      <a:pt x="4149" y="3551"/>
                    </a:cubicBezTo>
                    <a:cubicBezTo>
                      <a:pt x="4450" y="3551"/>
                      <a:pt x="4723" y="3389"/>
                      <a:pt x="4978" y="2982"/>
                    </a:cubicBezTo>
                    <a:cubicBezTo>
                      <a:pt x="5203" y="2650"/>
                      <a:pt x="5511" y="2104"/>
                      <a:pt x="5931" y="2104"/>
                    </a:cubicBezTo>
                    <a:cubicBezTo>
                      <a:pt x="6058" y="2104"/>
                      <a:pt x="6195" y="2153"/>
                      <a:pt x="6343" y="2273"/>
                    </a:cubicBezTo>
                    <a:cubicBezTo>
                      <a:pt x="6982" y="2809"/>
                      <a:pt x="7673" y="2826"/>
                      <a:pt x="8365" y="2895"/>
                    </a:cubicBezTo>
                    <a:cubicBezTo>
                      <a:pt x="8588" y="2920"/>
                      <a:pt x="8869" y="3004"/>
                      <a:pt x="9118" y="3004"/>
                    </a:cubicBezTo>
                    <a:cubicBezTo>
                      <a:pt x="9390" y="3004"/>
                      <a:pt x="9623" y="2904"/>
                      <a:pt x="9695" y="2515"/>
                    </a:cubicBezTo>
                    <a:cubicBezTo>
                      <a:pt x="9851" y="1789"/>
                      <a:pt x="9142" y="1668"/>
                      <a:pt x="8641" y="1478"/>
                    </a:cubicBezTo>
                    <a:lnTo>
                      <a:pt x="6585" y="493"/>
                    </a:lnTo>
                    <a:cubicBezTo>
                      <a:pt x="5704" y="104"/>
                      <a:pt x="4803" y="1"/>
                      <a:pt x="389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35" name="Google Shape;4623;p64">
                <a:extLst>
                  <a:ext uri="{FF2B5EF4-FFF2-40B4-BE49-F238E27FC236}">
                    <a16:creationId xmlns:a16="http://schemas.microsoft.com/office/drawing/2014/main" id="{BBBF0C53-3E54-9EC9-1675-EE12CD337993}"/>
                  </a:ext>
                </a:extLst>
              </p:cNvPr>
              <p:cNvSpPr/>
              <p:nvPr/>
            </p:nvSpPr>
            <p:spPr>
              <a:xfrm>
                <a:off x="3161275" y="1612775"/>
                <a:ext cx="115825" cy="115825"/>
              </a:xfrm>
              <a:custGeom>
                <a:avLst/>
                <a:gdLst/>
                <a:ahLst/>
                <a:cxnLst/>
                <a:rect l="l" t="t" r="r" b="b"/>
                <a:pathLst>
                  <a:path w="4633" h="4633" extrusionOk="0">
                    <a:moveTo>
                      <a:pt x="2966" y="1"/>
                    </a:moveTo>
                    <a:cubicBezTo>
                      <a:pt x="2951" y="1"/>
                      <a:pt x="2936" y="1"/>
                      <a:pt x="2921" y="1"/>
                    </a:cubicBezTo>
                    <a:cubicBezTo>
                      <a:pt x="1729" y="36"/>
                      <a:pt x="1" y="2421"/>
                      <a:pt x="139" y="3803"/>
                    </a:cubicBezTo>
                    <a:cubicBezTo>
                      <a:pt x="139" y="4252"/>
                      <a:pt x="502" y="4615"/>
                      <a:pt x="951" y="4633"/>
                    </a:cubicBezTo>
                    <a:cubicBezTo>
                      <a:pt x="2956" y="4581"/>
                      <a:pt x="4632" y="3026"/>
                      <a:pt x="4529" y="1297"/>
                    </a:cubicBezTo>
                    <a:cubicBezTo>
                      <a:pt x="4478" y="482"/>
                      <a:pt x="3809" y="1"/>
                      <a:pt x="296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36" name="Google Shape;4624;p64">
                <a:extLst>
                  <a:ext uri="{FF2B5EF4-FFF2-40B4-BE49-F238E27FC236}">
                    <a16:creationId xmlns:a16="http://schemas.microsoft.com/office/drawing/2014/main" id="{250ED3EA-D12F-0560-7311-8DAC810BB443}"/>
                  </a:ext>
                </a:extLst>
              </p:cNvPr>
              <p:cNvSpPr/>
              <p:nvPr/>
            </p:nvSpPr>
            <p:spPr>
              <a:xfrm>
                <a:off x="6082850" y="3458350"/>
                <a:ext cx="215350" cy="82375"/>
              </a:xfrm>
              <a:custGeom>
                <a:avLst/>
                <a:gdLst/>
                <a:ahLst/>
                <a:cxnLst/>
                <a:rect l="l" t="t" r="r" b="b"/>
                <a:pathLst>
                  <a:path w="8614" h="3295" extrusionOk="0">
                    <a:moveTo>
                      <a:pt x="8412" y="834"/>
                    </a:moveTo>
                    <a:lnTo>
                      <a:pt x="8412" y="834"/>
                    </a:lnTo>
                    <a:cubicBezTo>
                      <a:pt x="8408" y="835"/>
                      <a:pt x="8404" y="836"/>
                      <a:pt x="8401" y="837"/>
                    </a:cubicBezTo>
                    <a:lnTo>
                      <a:pt x="8401" y="837"/>
                    </a:lnTo>
                    <a:cubicBezTo>
                      <a:pt x="8399" y="842"/>
                      <a:pt x="8396" y="846"/>
                      <a:pt x="8394" y="851"/>
                    </a:cubicBezTo>
                    <a:lnTo>
                      <a:pt x="8412" y="834"/>
                    </a:lnTo>
                    <a:close/>
                    <a:moveTo>
                      <a:pt x="6441" y="1"/>
                    </a:moveTo>
                    <a:cubicBezTo>
                      <a:pt x="5426" y="1"/>
                      <a:pt x="4424" y="103"/>
                      <a:pt x="3504" y="557"/>
                    </a:cubicBezTo>
                    <a:cubicBezTo>
                      <a:pt x="3268" y="683"/>
                      <a:pt x="3156" y="756"/>
                      <a:pt x="3064" y="756"/>
                    </a:cubicBezTo>
                    <a:cubicBezTo>
                      <a:pt x="2968" y="756"/>
                      <a:pt x="2895" y="675"/>
                      <a:pt x="2726" y="488"/>
                    </a:cubicBezTo>
                    <a:cubicBezTo>
                      <a:pt x="2440" y="160"/>
                      <a:pt x="2158" y="41"/>
                      <a:pt x="1882" y="41"/>
                    </a:cubicBezTo>
                    <a:cubicBezTo>
                      <a:pt x="1373" y="41"/>
                      <a:pt x="881" y="443"/>
                      <a:pt x="410" y="678"/>
                    </a:cubicBezTo>
                    <a:cubicBezTo>
                      <a:pt x="0" y="866"/>
                      <a:pt x="164" y="1612"/>
                      <a:pt x="452" y="1612"/>
                    </a:cubicBezTo>
                    <a:cubicBezTo>
                      <a:pt x="455" y="1612"/>
                      <a:pt x="459" y="1612"/>
                      <a:pt x="462" y="1612"/>
                    </a:cubicBezTo>
                    <a:cubicBezTo>
                      <a:pt x="518" y="1607"/>
                      <a:pt x="572" y="1605"/>
                      <a:pt x="625" y="1605"/>
                    </a:cubicBezTo>
                    <a:cubicBezTo>
                      <a:pt x="1895" y="1605"/>
                      <a:pt x="2508" y="2753"/>
                      <a:pt x="3504" y="3184"/>
                    </a:cubicBezTo>
                    <a:cubicBezTo>
                      <a:pt x="3665" y="3259"/>
                      <a:pt x="3818" y="3295"/>
                      <a:pt x="3955" y="3295"/>
                    </a:cubicBezTo>
                    <a:cubicBezTo>
                      <a:pt x="4389" y="3295"/>
                      <a:pt x="4667" y="2934"/>
                      <a:pt x="4575" y="2303"/>
                    </a:cubicBezTo>
                    <a:cubicBezTo>
                      <a:pt x="4523" y="1905"/>
                      <a:pt x="4541" y="1784"/>
                      <a:pt x="4973" y="1698"/>
                    </a:cubicBezTo>
                    <a:cubicBezTo>
                      <a:pt x="6127" y="1457"/>
                      <a:pt x="7264" y="1130"/>
                      <a:pt x="8401" y="837"/>
                    </a:cubicBezTo>
                    <a:lnTo>
                      <a:pt x="8401" y="837"/>
                    </a:lnTo>
                    <a:cubicBezTo>
                      <a:pt x="8535" y="525"/>
                      <a:pt x="8613" y="56"/>
                      <a:pt x="8256" y="56"/>
                    </a:cubicBezTo>
                    <a:cubicBezTo>
                      <a:pt x="7656" y="37"/>
                      <a:pt x="7046" y="1"/>
                      <a:pt x="644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37" name="Google Shape;4625;p64">
                <a:extLst>
                  <a:ext uri="{FF2B5EF4-FFF2-40B4-BE49-F238E27FC236}">
                    <a16:creationId xmlns:a16="http://schemas.microsoft.com/office/drawing/2014/main" id="{1D090D89-04D9-69BA-F40D-DFF9F092B2F4}"/>
                  </a:ext>
                </a:extLst>
              </p:cNvPr>
              <p:cNvSpPr/>
              <p:nvPr/>
            </p:nvSpPr>
            <p:spPr>
              <a:xfrm>
                <a:off x="5726825" y="1103850"/>
                <a:ext cx="262175" cy="54825"/>
              </a:xfrm>
              <a:custGeom>
                <a:avLst/>
                <a:gdLst/>
                <a:ahLst/>
                <a:cxnLst/>
                <a:rect l="l" t="t" r="r" b="b"/>
                <a:pathLst>
                  <a:path w="10487" h="2193" extrusionOk="0">
                    <a:moveTo>
                      <a:pt x="2675" y="1"/>
                    </a:moveTo>
                    <a:cubicBezTo>
                      <a:pt x="2260" y="122"/>
                      <a:pt x="1984" y="208"/>
                      <a:pt x="1707" y="260"/>
                    </a:cubicBezTo>
                    <a:cubicBezTo>
                      <a:pt x="1625" y="276"/>
                      <a:pt x="1533" y="281"/>
                      <a:pt x="1436" y="281"/>
                    </a:cubicBezTo>
                    <a:cubicBezTo>
                      <a:pt x="1238" y="281"/>
                      <a:pt x="1018" y="259"/>
                      <a:pt x="814" y="259"/>
                    </a:cubicBezTo>
                    <a:cubicBezTo>
                      <a:pt x="370" y="259"/>
                      <a:pt x="1" y="367"/>
                      <a:pt x="83" y="1055"/>
                    </a:cubicBezTo>
                    <a:cubicBezTo>
                      <a:pt x="160" y="1671"/>
                      <a:pt x="629" y="1783"/>
                      <a:pt x="1147" y="1783"/>
                    </a:cubicBezTo>
                    <a:cubicBezTo>
                      <a:pt x="1443" y="1783"/>
                      <a:pt x="1754" y="1746"/>
                      <a:pt x="2018" y="1746"/>
                    </a:cubicBezTo>
                    <a:cubicBezTo>
                      <a:pt x="3176" y="1729"/>
                      <a:pt x="4334" y="1625"/>
                      <a:pt x="5488" y="1625"/>
                    </a:cubicBezTo>
                    <a:cubicBezTo>
                      <a:pt x="6641" y="1625"/>
                      <a:pt x="7790" y="1729"/>
                      <a:pt x="8931" y="2126"/>
                    </a:cubicBezTo>
                    <a:cubicBezTo>
                      <a:pt x="9064" y="2171"/>
                      <a:pt x="9201" y="2192"/>
                      <a:pt x="9336" y="2192"/>
                    </a:cubicBezTo>
                    <a:cubicBezTo>
                      <a:pt x="9780" y="2192"/>
                      <a:pt x="10194" y="1955"/>
                      <a:pt x="10314" y="1504"/>
                    </a:cubicBezTo>
                    <a:cubicBezTo>
                      <a:pt x="10486" y="813"/>
                      <a:pt x="9761" y="744"/>
                      <a:pt x="9294" y="606"/>
                    </a:cubicBezTo>
                    <a:cubicBezTo>
                      <a:pt x="8746" y="426"/>
                      <a:pt x="8189" y="370"/>
                      <a:pt x="7630" y="370"/>
                    </a:cubicBezTo>
                    <a:cubicBezTo>
                      <a:pt x="6715" y="370"/>
                      <a:pt x="5795" y="519"/>
                      <a:pt x="4900" y="519"/>
                    </a:cubicBezTo>
                    <a:cubicBezTo>
                      <a:pt x="4133" y="519"/>
                      <a:pt x="3384" y="409"/>
                      <a:pt x="267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38" name="Google Shape;4626;p64">
                <a:extLst>
                  <a:ext uri="{FF2B5EF4-FFF2-40B4-BE49-F238E27FC236}">
                    <a16:creationId xmlns:a16="http://schemas.microsoft.com/office/drawing/2014/main" id="{CE4EB86F-E1FB-3534-8C39-27A98E5F2C27}"/>
                  </a:ext>
                </a:extLst>
              </p:cNvPr>
              <p:cNvSpPr/>
              <p:nvPr/>
            </p:nvSpPr>
            <p:spPr>
              <a:xfrm>
                <a:off x="6497925" y="4391525"/>
                <a:ext cx="125725" cy="97375"/>
              </a:xfrm>
              <a:custGeom>
                <a:avLst/>
                <a:gdLst/>
                <a:ahLst/>
                <a:cxnLst/>
                <a:rect l="l" t="t" r="r" b="b"/>
                <a:pathLst>
                  <a:path w="5029" h="3895" extrusionOk="0">
                    <a:moveTo>
                      <a:pt x="4062" y="0"/>
                    </a:moveTo>
                    <a:cubicBezTo>
                      <a:pt x="3557" y="0"/>
                      <a:pt x="2937" y="491"/>
                      <a:pt x="2445" y="491"/>
                    </a:cubicBezTo>
                    <a:cubicBezTo>
                      <a:pt x="2234" y="491"/>
                      <a:pt x="2046" y="401"/>
                      <a:pt x="1901" y="144"/>
                    </a:cubicBezTo>
                    <a:cubicBezTo>
                      <a:pt x="0" y="403"/>
                      <a:pt x="570" y="1975"/>
                      <a:pt x="225" y="2960"/>
                    </a:cubicBezTo>
                    <a:cubicBezTo>
                      <a:pt x="38" y="3485"/>
                      <a:pt x="566" y="3894"/>
                      <a:pt x="1172" y="3894"/>
                    </a:cubicBezTo>
                    <a:cubicBezTo>
                      <a:pt x="1185" y="3894"/>
                      <a:pt x="1197" y="3894"/>
                      <a:pt x="1210" y="3894"/>
                    </a:cubicBezTo>
                    <a:cubicBezTo>
                      <a:pt x="2298" y="3876"/>
                      <a:pt x="5029" y="1630"/>
                      <a:pt x="4804" y="783"/>
                    </a:cubicBezTo>
                    <a:cubicBezTo>
                      <a:pt x="4638" y="185"/>
                      <a:pt x="4372" y="0"/>
                      <a:pt x="40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39" name="Google Shape;4627;p64">
                <a:extLst>
                  <a:ext uri="{FF2B5EF4-FFF2-40B4-BE49-F238E27FC236}">
                    <a16:creationId xmlns:a16="http://schemas.microsoft.com/office/drawing/2014/main" id="{7FF1BC11-6596-9E8D-0A03-9F0A68E326D3}"/>
                  </a:ext>
                </a:extLst>
              </p:cNvPr>
              <p:cNvSpPr/>
              <p:nvPr/>
            </p:nvSpPr>
            <p:spPr>
              <a:xfrm>
                <a:off x="5334875" y="2906300"/>
                <a:ext cx="82100" cy="128050"/>
              </a:xfrm>
              <a:custGeom>
                <a:avLst/>
                <a:gdLst/>
                <a:ahLst/>
                <a:cxnLst/>
                <a:rect l="l" t="t" r="r" b="b"/>
                <a:pathLst>
                  <a:path w="3284" h="5122" extrusionOk="0">
                    <a:moveTo>
                      <a:pt x="519" y="1"/>
                    </a:moveTo>
                    <a:lnTo>
                      <a:pt x="380" y="139"/>
                    </a:lnTo>
                    <a:cubicBezTo>
                      <a:pt x="104" y="1452"/>
                      <a:pt x="0" y="2766"/>
                      <a:pt x="380" y="4062"/>
                    </a:cubicBezTo>
                    <a:cubicBezTo>
                      <a:pt x="534" y="4660"/>
                      <a:pt x="796" y="5122"/>
                      <a:pt x="1420" y="5122"/>
                    </a:cubicBezTo>
                    <a:cubicBezTo>
                      <a:pt x="1500" y="5122"/>
                      <a:pt x="1585" y="5114"/>
                      <a:pt x="1676" y="5099"/>
                    </a:cubicBezTo>
                    <a:cubicBezTo>
                      <a:pt x="2471" y="4978"/>
                      <a:pt x="3284" y="4408"/>
                      <a:pt x="3111" y="3734"/>
                    </a:cubicBezTo>
                    <a:cubicBezTo>
                      <a:pt x="2748" y="2213"/>
                      <a:pt x="2108" y="744"/>
                      <a:pt x="51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0" name="Google Shape;4628;p64">
                <a:extLst>
                  <a:ext uri="{FF2B5EF4-FFF2-40B4-BE49-F238E27FC236}">
                    <a16:creationId xmlns:a16="http://schemas.microsoft.com/office/drawing/2014/main" id="{B0221ECA-9CA8-1435-BC17-8CEFA81EBADB}"/>
                  </a:ext>
                </a:extLst>
              </p:cNvPr>
              <p:cNvSpPr/>
              <p:nvPr/>
            </p:nvSpPr>
            <p:spPr>
              <a:xfrm>
                <a:off x="4869125" y="997550"/>
                <a:ext cx="160750" cy="66150"/>
              </a:xfrm>
              <a:custGeom>
                <a:avLst/>
                <a:gdLst/>
                <a:ahLst/>
                <a:cxnLst/>
                <a:rect l="l" t="t" r="r" b="b"/>
                <a:pathLst>
                  <a:path w="6430" h="2646" extrusionOk="0">
                    <a:moveTo>
                      <a:pt x="1040" y="1"/>
                    </a:moveTo>
                    <a:cubicBezTo>
                      <a:pt x="589" y="1"/>
                      <a:pt x="239" y="358"/>
                      <a:pt x="104" y="814"/>
                    </a:cubicBezTo>
                    <a:cubicBezTo>
                      <a:pt x="1" y="1108"/>
                      <a:pt x="191" y="1419"/>
                      <a:pt x="502" y="1470"/>
                    </a:cubicBezTo>
                    <a:cubicBezTo>
                      <a:pt x="1971" y="1885"/>
                      <a:pt x="3440" y="2283"/>
                      <a:pt x="4736" y="2646"/>
                    </a:cubicBezTo>
                    <a:cubicBezTo>
                      <a:pt x="5427" y="2611"/>
                      <a:pt x="5928" y="2611"/>
                      <a:pt x="6239" y="2127"/>
                    </a:cubicBezTo>
                    <a:cubicBezTo>
                      <a:pt x="6429" y="1851"/>
                      <a:pt x="6308" y="1470"/>
                      <a:pt x="6066" y="1419"/>
                    </a:cubicBezTo>
                    <a:cubicBezTo>
                      <a:pt x="4373" y="1021"/>
                      <a:pt x="2852" y="36"/>
                      <a:pt x="1072" y="2"/>
                    </a:cubicBezTo>
                    <a:cubicBezTo>
                      <a:pt x="1061" y="1"/>
                      <a:pt x="1051" y="1"/>
                      <a:pt x="10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1" name="Google Shape;4629;p64">
                <a:extLst>
                  <a:ext uri="{FF2B5EF4-FFF2-40B4-BE49-F238E27FC236}">
                    <a16:creationId xmlns:a16="http://schemas.microsoft.com/office/drawing/2014/main" id="{373EB397-FF2E-98ED-EC99-B2E78D0DC5B8}"/>
                  </a:ext>
                </a:extLst>
              </p:cNvPr>
              <p:cNvSpPr/>
              <p:nvPr/>
            </p:nvSpPr>
            <p:spPr>
              <a:xfrm>
                <a:off x="3763550" y="998475"/>
                <a:ext cx="117975" cy="55725"/>
              </a:xfrm>
              <a:custGeom>
                <a:avLst/>
                <a:gdLst/>
                <a:ahLst/>
                <a:cxnLst/>
                <a:rect l="l" t="t" r="r" b="b"/>
                <a:pathLst>
                  <a:path w="4719" h="2229" extrusionOk="0">
                    <a:moveTo>
                      <a:pt x="747" y="0"/>
                    </a:moveTo>
                    <a:cubicBezTo>
                      <a:pt x="407" y="0"/>
                      <a:pt x="65" y="161"/>
                      <a:pt x="18" y="690"/>
                    </a:cubicBezTo>
                    <a:cubicBezTo>
                      <a:pt x="0" y="863"/>
                      <a:pt x="190" y="1053"/>
                      <a:pt x="277" y="1243"/>
                    </a:cubicBezTo>
                    <a:lnTo>
                      <a:pt x="2333" y="2228"/>
                    </a:lnTo>
                    <a:cubicBezTo>
                      <a:pt x="2437" y="2220"/>
                      <a:pt x="2541" y="2220"/>
                      <a:pt x="2644" y="2220"/>
                    </a:cubicBezTo>
                    <a:cubicBezTo>
                      <a:pt x="2748" y="2220"/>
                      <a:pt x="2852" y="2220"/>
                      <a:pt x="2955" y="2211"/>
                    </a:cubicBezTo>
                    <a:cubicBezTo>
                      <a:pt x="3647" y="2142"/>
                      <a:pt x="4718" y="2090"/>
                      <a:pt x="4511" y="1261"/>
                    </a:cubicBezTo>
                    <a:cubicBezTo>
                      <a:pt x="4255" y="308"/>
                      <a:pt x="3582" y="187"/>
                      <a:pt x="2842" y="187"/>
                    </a:cubicBezTo>
                    <a:cubicBezTo>
                      <a:pt x="2589" y="187"/>
                      <a:pt x="2328" y="201"/>
                      <a:pt x="2074" y="201"/>
                    </a:cubicBezTo>
                    <a:cubicBezTo>
                      <a:pt x="1762" y="201"/>
                      <a:pt x="1460" y="180"/>
                      <a:pt x="1193" y="85"/>
                    </a:cubicBezTo>
                    <a:cubicBezTo>
                      <a:pt x="1066" y="36"/>
                      <a:pt x="907" y="0"/>
                      <a:pt x="74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2" name="Google Shape;4630;p64">
                <a:extLst>
                  <a:ext uri="{FF2B5EF4-FFF2-40B4-BE49-F238E27FC236}">
                    <a16:creationId xmlns:a16="http://schemas.microsoft.com/office/drawing/2014/main" id="{CB71C194-84AA-7064-F877-7F313A0C187C}"/>
                  </a:ext>
                </a:extLst>
              </p:cNvPr>
              <p:cNvSpPr/>
              <p:nvPr/>
            </p:nvSpPr>
            <p:spPr>
              <a:xfrm>
                <a:off x="6244750" y="3463175"/>
                <a:ext cx="127900" cy="76650"/>
              </a:xfrm>
              <a:custGeom>
                <a:avLst/>
                <a:gdLst/>
                <a:ahLst/>
                <a:cxnLst/>
                <a:rect l="l" t="t" r="r" b="b"/>
                <a:pathLst>
                  <a:path w="5116" h="3066" extrusionOk="0">
                    <a:moveTo>
                      <a:pt x="4184" y="1"/>
                    </a:moveTo>
                    <a:cubicBezTo>
                      <a:pt x="4093" y="1"/>
                      <a:pt x="4000" y="13"/>
                      <a:pt x="3906" y="36"/>
                    </a:cubicBezTo>
                    <a:cubicBezTo>
                      <a:pt x="3232" y="209"/>
                      <a:pt x="2575" y="416"/>
                      <a:pt x="1918" y="641"/>
                    </a:cubicBezTo>
                    <a:lnTo>
                      <a:pt x="1936" y="641"/>
                    </a:lnTo>
                    <a:cubicBezTo>
                      <a:pt x="1659" y="848"/>
                      <a:pt x="1383" y="1038"/>
                      <a:pt x="1089" y="1194"/>
                    </a:cubicBezTo>
                    <a:cubicBezTo>
                      <a:pt x="432" y="1505"/>
                      <a:pt x="0" y="2093"/>
                      <a:pt x="311" y="2680"/>
                    </a:cubicBezTo>
                    <a:cubicBezTo>
                      <a:pt x="460" y="2964"/>
                      <a:pt x="650" y="3065"/>
                      <a:pt x="856" y="3065"/>
                    </a:cubicBezTo>
                    <a:cubicBezTo>
                      <a:pt x="1178" y="3065"/>
                      <a:pt x="1537" y="2818"/>
                      <a:pt x="1832" y="2628"/>
                    </a:cubicBezTo>
                    <a:cubicBezTo>
                      <a:pt x="2558" y="2093"/>
                      <a:pt x="3370" y="1695"/>
                      <a:pt x="4234" y="1436"/>
                    </a:cubicBezTo>
                    <a:cubicBezTo>
                      <a:pt x="4631" y="1332"/>
                      <a:pt x="5115" y="1108"/>
                      <a:pt x="4994" y="606"/>
                    </a:cubicBezTo>
                    <a:cubicBezTo>
                      <a:pt x="4883" y="203"/>
                      <a:pt x="4559" y="1"/>
                      <a:pt x="41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3" name="Google Shape;4631;p64">
                <a:extLst>
                  <a:ext uri="{FF2B5EF4-FFF2-40B4-BE49-F238E27FC236}">
                    <a16:creationId xmlns:a16="http://schemas.microsoft.com/office/drawing/2014/main" id="{6773F3EE-FC03-ADF2-BDE2-3946C2E17F54}"/>
                  </a:ext>
                </a:extLst>
              </p:cNvPr>
              <p:cNvSpPr/>
              <p:nvPr/>
            </p:nvSpPr>
            <p:spPr>
              <a:xfrm>
                <a:off x="6286725" y="2464325"/>
                <a:ext cx="67775" cy="93850"/>
              </a:xfrm>
              <a:custGeom>
                <a:avLst/>
                <a:gdLst/>
                <a:ahLst/>
                <a:cxnLst/>
                <a:rect l="l" t="t" r="r" b="b"/>
                <a:pathLst>
                  <a:path w="2711" h="3754" extrusionOk="0">
                    <a:moveTo>
                      <a:pt x="1532" y="0"/>
                    </a:moveTo>
                    <a:cubicBezTo>
                      <a:pt x="1516" y="0"/>
                      <a:pt x="1500" y="0"/>
                      <a:pt x="1484" y="1"/>
                    </a:cubicBezTo>
                    <a:cubicBezTo>
                      <a:pt x="187" y="53"/>
                      <a:pt x="239" y="1332"/>
                      <a:pt x="101" y="2265"/>
                    </a:cubicBezTo>
                    <a:cubicBezTo>
                      <a:pt x="1" y="3066"/>
                      <a:pt x="465" y="3754"/>
                      <a:pt x="1243" y="3754"/>
                    </a:cubicBezTo>
                    <a:cubicBezTo>
                      <a:pt x="1271" y="3754"/>
                      <a:pt x="1299" y="3753"/>
                      <a:pt x="1328" y="3751"/>
                    </a:cubicBezTo>
                    <a:cubicBezTo>
                      <a:pt x="2711" y="3682"/>
                      <a:pt x="1967" y="2403"/>
                      <a:pt x="2313" y="1815"/>
                    </a:cubicBezTo>
                    <a:cubicBezTo>
                      <a:pt x="2228" y="1050"/>
                      <a:pt x="2528" y="0"/>
                      <a:pt x="153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4" name="Google Shape;4632;p64">
                <a:extLst>
                  <a:ext uri="{FF2B5EF4-FFF2-40B4-BE49-F238E27FC236}">
                    <a16:creationId xmlns:a16="http://schemas.microsoft.com/office/drawing/2014/main" id="{547CB04B-9589-FF2C-6625-23360DEAE2D6}"/>
                  </a:ext>
                </a:extLst>
              </p:cNvPr>
              <p:cNvSpPr/>
              <p:nvPr/>
            </p:nvSpPr>
            <p:spPr>
              <a:xfrm>
                <a:off x="6279300" y="2861375"/>
                <a:ext cx="75625" cy="97275"/>
              </a:xfrm>
              <a:custGeom>
                <a:avLst/>
                <a:gdLst/>
                <a:ahLst/>
                <a:cxnLst/>
                <a:rect l="l" t="t" r="r" b="b"/>
                <a:pathLst>
                  <a:path w="3025" h="3891" extrusionOk="0">
                    <a:moveTo>
                      <a:pt x="2403" y="1"/>
                    </a:moveTo>
                    <a:cubicBezTo>
                      <a:pt x="2178" y="1"/>
                      <a:pt x="1971" y="104"/>
                      <a:pt x="1850" y="277"/>
                    </a:cubicBezTo>
                    <a:cubicBezTo>
                      <a:pt x="1504" y="1193"/>
                      <a:pt x="882" y="1884"/>
                      <a:pt x="277" y="2610"/>
                    </a:cubicBezTo>
                    <a:cubicBezTo>
                      <a:pt x="35" y="2869"/>
                      <a:pt x="1" y="3284"/>
                      <a:pt x="208" y="3578"/>
                    </a:cubicBezTo>
                    <a:cubicBezTo>
                      <a:pt x="326" y="3766"/>
                      <a:pt x="507" y="3890"/>
                      <a:pt x="682" y="3890"/>
                    </a:cubicBezTo>
                    <a:cubicBezTo>
                      <a:pt x="764" y="3890"/>
                      <a:pt x="845" y="3863"/>
                      <a:pt x="916" y="3802"/>
                    </a:cubicBezTo>
                    <a:cubicBezTo>
                      <a:pt x="1815" y="3128"/>
                      <a:pt x="2731" y="2420"/>
                      <a:pt x="3025" y="1452"/>
                    </a:cubicBezTo>
                    <a:cubicBezTo>
                      <a:pt x="2973" y="744"/>
                      <a:pt x="2921" y="225"/>
                      <a:pt x="240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5" name="Google Shape;4633;p64">
                <a:extLst>
                  <a:ext uri="{FF2B5EF4-FFF2-40B4-BE49-F238E27FC236}">
                    <a16:creationId xmlns:a16="http://schemas.microsoft.com/office/drawing/2014/main" id="{CA9BF4E3-DD0B-216D-DF93-06370DA46171}"/>
                  </a:ext>
                </a:extLst>
              </p:cNvPr>
              <p:cNvSpPr/>
              <p:nvPr/>
            </p:nvSpPr>
            <p:spPr>
              <a:xfrm>
                <a:off x="4145025" y="994975"/>
                <a:ext cx="111500" cy="47325"/>
              </a:xfrm>
              <a:custGeom>
                <a:avLst/>
                <a:gdLst/>
                <a:ahLst/>
                <a:cxnLst/>
                <a:rect l="l" t="t" r="r" b="b"/>
                <a:pathLst>
                  <a:path w="4460" h="1893" extrusionOk="0">
                    <a:moveTo>
                      <a:pt x="1539" y="105"/>
                    </a:moveTo>
                    <a:cubicBezTo>
                      <a:pt x="969" y="243"/>
                      <a:pt x="139" y="1"/>
                      <a:pt x="70" y="744"/>
                    </a:cubicBezTo>
                    <a:cubicBezTo>
                      <a:pt x="1" y="1418"/>
                      <a:pt x="813" y="1418"/>
                      <a:pt x="1332" y="1556"/>
                    </a:cubicBezTo>
                    <a:cubicBezTo>
                      <a:pt x="1764" y="1677"/>
                      <a:pt x="2213" y="1764"/>
                      <a:pt x="2645" y="1815"/>
                    </a:cubicBezTo>
                    <a:cubicBezTo>
                      <a:pt x="2898" y="1847"/>
                      <a:pt x="3179" y="1893"/>
                      <a:pt x="3440" y="1893"/>
                    </a:cubicBezTo>
                    <a:cubicBezTo>
                      <a:pt x="3890" y="1893"/>
                      <a:pt x="4279" y="1756"/>
                      <a:pt x="4356" y="1176"/>
                    </a:cubicBezTo>
                    <a:cubicBezTo>
                      <a:pt x="4459" y="346"/>
                      <a:pt x="3561" y="416"/>
                      <a:pt x="2956" y="329"/>
                    </a:cubicBezTo>
                    <a:lnTo>
                      <a:pt x="1539" y="105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" name="Google Shape;4634;p64">
                <a:extLst>
                  <a:ext uri="{FF2B5EF4-FFF2-40B4-BE49-F238E27FC236}">
                    <a16:creationId xmlns:a16="http://schemas.microsoft.com/office/drawing/2014/main" id="{361576F1-7000-2460-CAF5-DA39FB2E99AB}"/>
                  </a:ext>
                </a:extLst>
              </p:cNvPr>
              <p:cNvSpPr/>
              <p:nvPr/>
            </p:nvSpPr>
            <p:spPr>
              <a:xfrm>
                <a:off x="7213625" y="3803350"/>
                <a:ext cx="74075" cy="80050"/>
              </a:xfrm>
              <a:custGeom>
                <a:avLst/>
                <a:gdLst/>
                <a:ahLst/>
                <a:cxnLst/>
                <a:rect l="l" t="t" r="r" b="b"/>
                <a:pathLst>
                  <a:path w="2963" h="3202" extrusionOk="0">
                    <a:moveTo>
                      <a:pt x="573" y="1"/>
                    </a:moveTo>
                    <a:cubicBezTo>
                      <a:pt x="233" y="1"/>
                      <a:pt x="0" y="333"/>
                      <a:pt x="59" y="704"/>
                    </a:cubicBezTo>
                    <a:cubicBezTo>
                      <a:pt x="284" y="1965"/>
                      <a:pt x="1096" y="2777"/>
                      <a:pt x="2289" y="3175"/>
                    </a:cubicBezTo>
                    <a:cubicBezTo>
                      <a:pt x="2343" y="3193"/>
                      <a:pt x="2395" y="3202"/>
                      <a:pt x="2445" y="3202"/>
                    </a:cubicBezTo>
                    <a:cubicBezTo>
                      <a:pt x="2729" y="3202"/>
                      <a:pt x="2933" y="2914"/>
                      <a:pt x="2963" y="2414"/>
                    </a:cubicBezTo>
                    <a:cubicBezTo>
                      <a:pt x="2341" y="1619"/>
                      <a:pt x="1960" y="427"/>
                      <a:pt x="751" y="30"/>
                    </a:cubicBezTo>
                    <a:cubicBezTo>
                      <a:pt x="689" y="10"/>
                      <a:pt x="630" y="1"/>
                      <a:pt x="5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7" name="Google Shape;4635;p64">
                <a:extLst>
                  <a:ext uri="{FF2B5EF4-FFF2-40B4-BE49-F238E27FC236}">
                    <a16:creationId xmlns:a16="http://schemas.microsoft.com/office/drawing/2014/main" id="{550169E2-E5DC-DD53-E72A-B91E3B71F50B}"/>
                  </a:ext>
                </a:extLst>
              </p:cNvPr>
              <p:cNvSpPr/>
              <p:nvPr/>
            </p:nvSpPr>
            <p:spPr>
              <a:xfrm>
                <a:off x="6542025" y="3118350"/>
                <a:ext cx="66075" cy="79800"/>
              </a:xfrm>
              <a:custGeom>
                <a:avLst/>
                <a:gdLst/>
                <a:ahLst/>
                <a:cxnLst/>
                <a:rect l="l" t="t" r="r" b="b"/>
                <a:pathLst>
                  <a:path w="2643" h="3192" extrusionOk="0">
                    <a:moveTo>
                      <a:pt x="1295" y="1"/>
                    </a:moveTo>
                    <a:cubicBezTo>
                      <a:pt x="1273" y="1"/>
                      <a:pt x="1250" y="2"/>
                      <a:pt x="1226" y="4"/>
                    </a:cubicBezTo>
                    <a:cubicBezTo>
                      <a:pt x="275" y="108"/>
                      <a:pt x="51" y="954"/>
                      <a:pt x="33" y="1732"/>
                    </a:cubicBezTo>
                    <a:cubicBezTo>
                      <a:pt x="1" y="2354"/>
                      <a:pt x="200" y="3192"/>
                      <a:pt x="910" y="3192"/>
                    </a:cubicBezTo>
                    <a:cubicBezTo>
                      <a:pt x="950" y="3192"/>
                      <a:pt x="992" y="3189"/>
                      <a:pt x="1036" y="3184"/>
                    </a:cubicBezTo>
                    <a:cubicBezTo>
                      <a:pt x="2643" y="2959"/>
                      <a:pt x="1640" y="1767"/>
                      <a:pt x="1640" y="1110"/>
                    </a:cubicBezTo>
                    <a:cubicBezTo>
                      <a:pt x="1740" y="547"/>
                      <a:pt x="1792" y="1"/>
                      <a:pt x="129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8" name="Google Shape;4636;p64">
                <a:extLst>
                  <a:ext uri="{FF2B5EF4-FFF2-40B4-BE49-F238E27FC236}">
                    <a16:creationId xmlns:a16="http://schemas.microsoft.com/office/drawing/2014/main" id="{0A1A4DC7-70B9-CFB2-6556-72AD5D0B44DE}"/>
                  </a:ext>
                </a:extLst>
              </p:cNvPr>
              <p:cNvSpPr/>
              <p:nvPr/>
            </p:nvSpPr>
            <p:spPr>
              <a:xfrm>
                <a:off x="4278100" y="987200"/>
                <a:ext cx="87225" cy="50150"/>
              </a:xfrm>
              <a:custGeom>
                <a:avLst/>
                <a:gdLst/>
                <a:ahLst/>
                <a:cxnLst/>
                <a:rect l="l" t="t" r="r" b="b"/>
                <a:pathLst>
                  <a:path w="3489" h="2006" extrusionOk="0">
                    <a:moveTo>
                      <a:pt x="2519" y="46"/>
                    </a:moveTo>
                    <a:cubicBezTo>
                      <a:pt x="2407" y="46"/>
                      <a:pt x="2296" y="60"/>
                      <a:pt x="2195" y="87"/>
                    </a:cubicBezTo>
                    <a:cubicBezTo>
                      <a:pt x="1435" y="312"/>
                      <a:pt x="191" y="1"/>
                      <a:pt x="87" y="1107"/>
                    </a:cubicBezTo>
                    <a:cubicBezTo>
                      <a:pt x="1" y="1798"/>
                      <a:pt x="986" y="1746"/>
                      <a:pt x="1642" y="1781"/>
                    </a:cubicBezTo>
                    <a:cubicBezTo>
                      <a:pt x="2299" y="1556"/>
                      <a:pt x="3422" y="2005"/>
                      <a:pt x="3474" y="813"/>
                    </a:cubicBezTo>
                    <a:cubicBezTo>
                      <a:pt x="3488" y="284"/>
                      <a:pt x="2986" y="46"/>
                      <a:pt x="2519" y="46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9" name="Google Shape;4637;p64">
                <a:extLst>
                  <a:ext uri="{FF2B5EF4-FFF2-40B4-BE49-F238E27FC236}">
                    <a16:creationId xmlns:a16="http://schemas.microsoft.com/office/drawing/2014/main" id="{E01BB650-A3F9-EA59-2B19-0896AC409597}"/>
                  </a:ext>
                </a:extLst>
              </p:cNvPr>
              <p:cNvSpPr/>
              <p:nvPr/>
            </p:nvSpPr>
            <p:spPr>
              <a:xfrm>
                <a:off x="6595650" y="1204100"/>
                <a:ext cx="81075" cy="41800"/>
              </a:xfrm>
              <a:custGeom>
                <a:avLst/>
                <a:gdLst/>
                <a:ahLst/>
                <a:cxnLst/>
                <a:rect l="l" t="t" r="r" b="b"/>
                <a:pathLst>
                  <a:path w="3243" h="1672" extrusionOk="0">
                    <a:moveTo>
                      <a:pt x="1466" y="121"/>
                    </a:moveTo>
                    <a:cubicBezTo>
                      <a:pt x="1366" y="163"/>
                      <a:pt x="1241" y="173"/>
                      <a:pt x="1106" y="173"/>
                    </a:cubicBezTo>
                    <a:cubicBezTo>
                      <a:pt x="987" y="173"/>
                      <a:pt x="861" y="165"/>
                      <a:pt x="738" y="165"/>
                    </a:cubicBezTo>
                    <a:cubicBezTo>
                      <a:pt x="371" y="165"/>
                      <a:pt x="34" y="234"/>
                      <a:pt x="14" y="778"/>
                    </a:cubicBezTo>
                    <a:cubicBezTo>
                      <a:pt x="0" y="1593"/>
                      <a:pt x="628" y="1660"/>
                      <a:pt x="1232" y="1660"/>
                    </a:cubicBezTo>
                    <a:cubicBezTo>
                      <a:pt x="1352" y="1660"/>
                      <a:pt x="1472" y="1658"/>
                      <a:pt x="1585" y="1658"/>
                    </a:cubicBezTo>
                    <a:cubicBezTo>
                      <a:pt x="1627" y="1658"/>
                      <a:pt x="1668" y="1658"/>
                      <a:pt x="1708" y="1659"/>
                    </a:cubicBezTo>
                    <a:cubicBezTo>
                      <a:pt x="1826" y="1666"/>
                      <a:pt x="1954" y="1672"/>
                      <a:pt x="2085" y="1672"/>
                    </a:cubicBezTo>
                    <a:cubicBezTo>
                      <a:pt x="2644" y="1672"/>
                      <a:pt x="3242" y="1563"/>
                      <a:pt x="3228" y="933"/>
                    </a:cubicBezTo>
                    <a:cubicBezTo>
                      <a:pt x="3194" y="0"/>
                      <a:pt x="2209" y="207"/>
                      <a:pt x="1466" y="12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0" name="Google Shape;4638;p64">
                <a:extLst>
                  <a:ext uri="{FF2B5EF4-FFF2-40B4-BE49-F238E27FC236}">
                    <a16:creationId xmlns:a16="http://schemas.microsoft.com/office/drawing/2014/main" id="{99993CD5-00D0-3D5B-2AA7-A0D86A1466B7}"/>
                  </a:ext>
                </a:extLst>
              </p:cNvPr>
              <p:cNvSpPr/>
              <p:nvPr/>
            </p:nvSpPr>
            <p:spPr>
              <a:xfrm>
                <a:off x="5040350" y="1034625"/>
                <a:ext cx="81550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3262" h="1879" extrusionOk="0">
                    <a:moveTo>
                      <a:pt x="1625" y="1"/>
                    </a:moveTo>
                    <a:cubicBezTo>
                      <a:pt x="803" y="1"/>
                      <a:pt x="279" y="461"/>
                      <a:pt x="99" y="1249"/>
                    </a:cubicBezTo>
                    <a:cubicBezTo>
                      <a:pt x="0" y="1616"/>
                      <a:pt x="339" y="1879"/>
                      <a:pt x="645" y="1879"/>
                    </a:cubicBezTo>
                    <a:cubicBezTo>
                      <a:pt x="714" y="1879"/>
                      <a:pt x="781" y="1865"/>
                      <a:pt x="842" y="1837"/>
                    </a:cubicBezTo>
                    <a:cubicBezTo>
                      <a:pt x="1620" y="1474"/>
                      <a:pt x="2829" y="1750"/>
                      <a:pt x="3106" y="800"/>
                    </a:cubicBezTo>
                    <a:cubicBezTo>
                      <a:pt x="3261" y="229"/>
                      <a:pt x="2363" y="22"/>
                      <a:pt x="1758" y="5"/>
                    </a:cubicBezTo>
                    <a:cubicBezTo>
                      <a:pt x="1713" y="2"/>
                      <a:pt x="1668" y="1"/>
                      <a:pt x="162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1" name="Google Shape;4639;p64">
                <a:extLst>
                  <a:ext uri="{FF2B5EF4-FFF2-40B4-BE49-F238E27FC236}">
                    <a16:creationId xmlns:a16="http://schemas.microsoft.com/office/drawing/2014/main" id="{71CD4CAF-C4FD-BE70-AD7A-1EC18BB18565}"/>
                  </a:ext>
                </a:extLst>
              </p:cNvPr>
              <p:cNvSpPr/>
              <p:nvPr/>
            </p:nvSpPr>
            <p:spPr>
              <a:xfrm>
                <a:off x="6380950" y="3302475"/>
                <a:ext cx="77800" cy="40225"/>
              </a:xfrm>
              <a:custGeom>
                <a:avLst/>
                <a:gdLst/>
                <a:ahLst/>
                <a:cxnLst/>
                <a:rect l="l" t="t" r="r" b="b"/>
                <a:pathLst>
                  <a:path w="3112" h="1609" extrusionOk="0">
                    <a:moveTo>
                      <a:pt x="843" y="80"/>
                    </a:moveTo>
                    <a:cubicBezTo>
                      <a:pt x="352" y="80"/>
                      <a:pt x="1" y="466"/>
                      <a:pt x="65" y="882"/>
                    </a:cubicBezTo>
                    <a:cubicBezTo>
                      <a:pt x="161" y="1545"/>
                      <a:pt x="602" y="1578"/>
                      <a:pt x="1054" y="1578"/>
                    </a:cubicBezTo>
                    <a:cubicBezTo>
                      <a:pt x="1103" y="1578"/>
                      <a:pt x="1152" y="1577"/>
                      <a:pt x="1201" y="1577"/>
                    </a:cubicBezTo>
                    <a:cubicBezTo>
                      <a:pt x="1347" y="1577"/>
                      <a:pt x="1491" y="1581"/>
                      <a:pt x="1620" y="1608"/>
                    </a:cubicBezTo>
                    <a:cubicBezTo>
                      <a:pt x="1746" y="1549"/>
                      <a:pt x="1903" y="1535"/>
                      <a:pt x="2065" y="1535"/>
                    </a:cubicBezTo>
                    <a:cubicBezTo>
                      <a:pt x="2212" y="1535"/>
                      <a:pt x="2363" y="1547"/>
                      <a:pt x="2502" y="1547"/>
                    </a:cubicBezTo>
                    <a:cubicBezTo>
                      <a:pt x="2845" y="1547"/>
                      <a:pt x="3112" y="1478"/>
                      <a:pt x="3037" y="1003"/>
                    </a:cubicBezTo>
                    <a:cubicBezTo>
                      <a:pt x="2882" y="1"/>
                      <a:pt x="1741" y="191"/>
                      <a:pt x="963" y="87"/>
                    </a:cubicBezTo>
                    <a:cubicBezTo>
                      <a:pt x="923" y="82"/>
                      <a:pt x="882" y="80"/>
                      <a:pt x="843" y="8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2" name="Google Shape;4640;p64">
                <a:extLst>
                  <a:ext uri="{FF2B5EF4-FFF2-40B4-BE49-F238E27FC236}">
                    <a16:creationId xmlns:a16="http://schemas.microsoft.com/office/drawing/2014/main" id="{8BF3E522-F6EB-7D74-A1A0-BE498AE53DAB}"/>
                  </a:ext>
                </a:extLst>
              </p:cNvPr>
              <p:cNvSpPr/>
              <p:nvPr/>
            </p:nvSpPr>
            <p:spPr>
              <a:xfrm>
                <a:off x="4384825" y="996700"/>
                <a:ext cx="62025" cy="39775"/>
              </a:xfrm>
              <a:custGeom>
                <a:avLst/>
                <a:gdLst/>
                <a:ahLst/>
                <a:cxnLst/>
                <a:rect l="l" t="t" r="r" b="b"/>
                <a:pathLst>
                  <a:path w="2481" h="1591" extrusionOk="0">
                    <a:moveTo>
                      <a:pt x="1811" y="155"/>
                    </a:moveTo>
                    <a:cubicBezTo>
                      <a:pt x="1713" y="155"/>
                      <a:pt x="1613" y="168"/>
                      <a:pt x="1521" y="191"/>
                    </a:cubicBezTo>
                    <a:cubicBezTo>
                      <a:pt x="985" y="312"/>
                      <a:pt x="121" y="1"/>
                      <a:pt x="52" y="917"/>
                    </a:cubicBezTo>
                    <a:cubicBezTo>
                      <a:pt x="0" y="1487"/>
                      <a:pt x="536" y="1574"/>
                      <a:pt x="1054" y="1591"/>
                    </a:cubicBezTo>
                    <a:cubicBezTo>
                      <a:pt x="1573" y="1418"/>
                      <a:pt x="2385" y="1556"/>
                      <a:pt x="2454" y="727"/>
                    </a:cubicBezTo>
                    <a:cubicBezTo>
                      <a:pt x="2481" y="311"/>
                      <a:pt x="2153" y="155"/>
                      <a:pt x="1811" y="155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3" name="Google Shape;4641;p64">
                <a:extLst>
                  <a:ext uri="{FF2B5EF4-FFF2-40B4-BE49-F238E27FC236}">
                    <a16:creationId xmlns:a16="http://schemas.microsoft.com/office/drawing/2014/main" id="{BF7E00EE-B787-C784-4317-431C6C60E93B}"/>
                  </a:ext>
                </a:extLst>
              </p:cNvPr>
              <p:cNvSpPr/>
              <p:nvPr/>
            </p:nvSpPr>
            <p:spPr>
              <a:xfrm>
                <a:off x="2100625" y="1004500"/>
                <a:ext cx="520200" cy="95050"/>
              </a:xfrm>
              <a:custGeom>
                <a:avLst/>
                <a:gdLst/>
                <a:ahLst/>
                <a:cxnLst/>
                <a:rect l="l" t="t" r="r" b="b"/>
                <a:pathLst>
                  <a:path w="20808" h="3802" extrusionOk="0">
                    <a:moveTo>
                      <a:pt x="20756" y="0"/>
                    </a:moveTo>
                    <a:lnTo>
                      <a:pt x="20738" y="17"/>
                    </a:lnTo>
                    <a:lnTo>
                      <a:pt x="20773" y="17"/>
                    </a:lnTo>
                    <a:lnTo>
                      <a:pt x="20808" y="0"/>
                    </a:lnTo>
                    <a:close/>
                    <a:moveTo>
                      <a:pt x="1" y="3785"/>
                    </a:moveTo>
                    <a:lnTo>
                      <a:pt x="1" y="3802"/>
                    </a:lnTo>
                    <a:lnTo>
                      <a:pt x="18" y="3802"/>
                    </a:lnTo>
                    <a:lnTo>
                      <a:pt x="18" y="3785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4" name="Google Shape;4642;p64">
                <a:extLst>
                  <a:ext uri="{FF2B5EF4-FFF2-40B4-BE49-F238E27FC236}">
                    <a16:creationId xmlns:a16="http://schemas.microsoft.com/office/drawing/2014/main" id="{31A436D0-AB53-E6F2-C5AD-0CCA509AF93A}"/>
                  </a:ext>
                </a:extLst>
              </p:cNvPr>
              <p:cNvSpPr/>
              <p:nvPr/>
            </p:nvSpPr>
            <p:spPr>
              <a:xfrm>
                <a:off x="233350" y="949250"/>
                <a:ext cx="3232550" cy="3802300"/>
              </a:xfrm>
              <a:custGeom>
                <a:avLst/>
                <a:gdLst/>
                <a:ahLst/>
                <a:cxnLst/>
                <a:rect l="l" t="t" r="r" b="b"/>
                <a:pathLst>
                  <a:path w="129302" h="152092" extrusionOk="0">
                    <a:moveTo>
                      <a:pt x="97270" y="1644"/>
                    </a:moveTo>
                    <a:cubicBezTo>
                      <a:pt x="97347" y="1644"/>
                      <a:pt x="97424" y="1648"/>
                      <a:pt x="97503" y="1657"/>
                    </a:cubicBezTo>
                    <a:cubicBezTo>
                      <a:pt x="97555" y="1674"/>
                      <a:pt x="97607" y="1692"/>
                      <a:pt x="97642" y="1709"/>
                    </a:cubicBezTo>
                    <a:lnTo>
                      <a:pt x="95601" y="2170"/>
                    </a:lnTo>
                    <a:lnTo>
                      <a:pt x="95601" y="2170"/>
                    </a:lnTo>
                    <a:cubicBezTo>
                      <a:pt x="96129" y="1917"/>
                      <a:pt x="96661" y="1644"/>
                      <a:pt x="97270" y="1644"/>
                    </a:cubicBezTo>
                    <a:close/>
                    <a:moveTo>
                      <a:pt x="95473" y="2210"/>
                    </a:moveTo>
                    <a:lnTo>
                      <a:pt x="95447" y="2227"/>
                    </a:lnTo>
                    <a:lnTo>
                      <a:pt x="95429" y="2227"/>
                    </a:lnTo>
                    <a:lnTo>
                      <a:pt x="95464" y="2210"/>
                    </a:lnTo>
                    <a:close/>
                    <a:moveTo>
                      <a:pt x="68358" y="8951"/>
                    </a:moveTo>
                    <a:cubicBezTo>
                      <a:pt x="68553" y="8951"/>
                      <a:pt x="68761" y="9049"/>
                      <a:pt x="68989" y="9313"/>
                    </a:cubicBezTo>
                    <a:cubicBezTo>
                      <a:pt x="69208" y="9280"/>
                      <a:pt x="69420" y="9268"/>
                      <a:pt x="69634" y="9268"/>
                    </a:cubicBezTo>
                    <a:cubicBezTo>
                      <a:pt x="69758" y="9268"/>
                      <a:pt x="69882" y="9272"/>
                      <a:pt x="70008" y="9278"/>
                    </a:cubicBezTo>
                    <a:cubicBezTo>
                      <a:pt x="70061" y="9286"/>
                      <a:pt x="70117" y="9289"/>
                      <a:pt x="70177" y="9289"/>
                    </a:cubicBezTo>
                    <a:cubicBezTo>
                      <a:pt x="70522" y="9289"/>
                      <a:pt x="70965" y="9176"/>
                      <a:pt x="71318" y="9176"/>
                    </a:cubicBezTo>
                    <a:cubicBezTo>
                      <a:pt x="71841" y="9176"/>
                      <a:pt x="72167" y="9425"/>
                      <a:pt x="71685" y="10661"/>
                    </a:cubicBezTo>
                    <a:cubicBezTo>
                      <a:pt x="71581" y="10937"/>
                      <a:pt x="71823" y="11265"/>
                      <a:pt x="72151" y="11386"/>
                    </a:cubicBezTo>
                    <a:cubicBezTo>
                      <a:pt x="72428" y="11438"/>
                      <a:pt x="72722" y="11490"/>
                      <a:pt x="72998" y="11507"/>
                    </a:cubicBezTo>
                    <a:cubicBezTo>
                      <a:pt x="72652" y="11922"/>
                      <a:pt x="72359" y="12406"/>
                      <a:pt x="71927" y="12717"/>
                    </a:cubicBezTo>
                    <a:cubicBezTo>
                      <a:pt x="71831" y="12786"/>
                      <a:pt x="71741" y="12813"/>
                      <a:pt x="71654" y="12813"/>
                    </a:cubicBezTo>
                    <a:cubicBezTo>
                      <a:pt x="71349" y="12813"/>
                      <a:pt x="71090" y="12473"/>
                      <a:pt x="70821" y="12406"/>
                    </a:cubicBezTo>
                    <a:cubicBezTo>
                      <a:pt x="69127" y="11939"/>
                      <a:pt x="69334" y="10488"/>
                      <a:pt x="68989" y="9313"/>
                    </a:cubicBezTo>
                    <a:lnTo>
                      <a:pt x="67330" y="9520"/>
                    </a:lnTo>
                    <a:cubicBezTo>
                      <a:pt x="67668" y="9295"/>
                      <a:pt x="67992" y="8951"/>
                      <a:pt x="68358" y="8951"/>
                    </a:cubicBezTo>
                    <a:close/>
                    <a:moveTo>
                      <a:pt x="51546" y="12467"/>
                    </a:moveTo>
                    <a:cubicBezTo>
                      <a:pt x="51593" y="12467"/>
                      <a:pt x="51647" y="12470"/>
                      <a:pt x="51707" y="12475"/>
                    </a:cubicBezTo>
                    <a:cubicBezTo>
                      <a:pt x="51897" y="12648"/>
                      <a:pt x="52157" y="12890"/>
                      <a:pt x="52433" y="13115"/>
                    </a:cubicBezTo>
                    <a:cubicBezTo>
                      <a:pt x="52260" y="13270"/>
                      <a:pt x="52053" y="13374"/>
                      <a:pt x="51845" y="13460"/>
                    </a:cubicBezTo>
                    <a:cubicBezTo>
                      <a:pt x="51802" y="13467"/>
                      <a:pt x="51764" y="13470"/>
                      <a:pt x="51729" y="13470"/>
                    </a:cubicBezTo>
                    <a:cubicBezTo>
                      <a:pt x="51300" y="13470"/>
                      <a:pt x="51439" y="13007"/>
                      <a:pt x="51327" y="12752"/>
                    </a:cubicBezTo>
                    <a:cubicBezTo>
                      <a:pt x="51225" y="12548"/>
                      <a:pt x="51295" y="12467"/>
                      <a:pt x="51546" y="12467"/>
                    </a:cubicBezTo>
                    <a:close/>
                    <a:moveTo>
                      <a:pt x="55481" y="12549"/>
                    </a:moveTo>
                    <a:cubicBezTo>
                      <a:pt x="55526" y="12549"/>
                      <a:pt x="55570" y="12553"/>
                      <a:pt x="55613" y="12562"/>
                    </a:cubicBezTo>
                    <a:lnTo>
                      <a:pt x="54576" y="13789"/>
                    </a:lnTo>
                    <a:lnTo>
                      <a:pt x="53954" y="13184"/>
                    </a:lnTo>
                    <a:cubicBezTo>
                      <a:pt x="54420" y="12976"/>
                      <a:pt x="54870" y="12752"/>
                      <a:pt x="55336" y="12562"/>
                    </a:cubicBezTo>
                    <a:cubicBezTo>
                      <a:pt x="55388" y="12553"/>
                      <a:pt x="55436" y="12549"/>
                      <a:pt x="55481" y="12549"/>
                    </a:cubicBezTo>
                    <a:close/>
                    <a:moveTo>
                      <a:pt x="116966" y="0"/>
                    </a:moveTo>
                    <a:cubicBezTo>
                      <a:pt x="112339" y="0"/>
                      <a:pt x="107712" y="747"/>
                      <a:pt x="103085" y="1035"/>
                    </a:cubicBezTo>
                    <a:cubicBezTo>
                      <a:pt x="101910" y="1104"/>
                      <a:pt x="100735" y="983"/>
                      <a:pt x="99542" y="1260"/>
                    </a:cubicBezTo>
                    <a:cubicBezTo>
                      <a:pt x="99533" y="1262"/>
                      <a:pt x="99523" y="1263"/>
                      <a:pt x="99512" y="1263"/>
                    </a:cubicBezTo>
                    <a:cubicBezTo>
                      <a:pt x="99194" y="1263"/>
                      <a:pt x="98389" y="307"/>
                      <a:pt x="97503" y="240"/>
                    </a:cubicBezTo>
                    <a:cubicBezTo>
                      <a:pt x="96554" y="172"/>
                      <a:pt x="95607" y="143"/>
                      <a:pt x="94661" y="143"/>
                    </a:cubicBezTo>
                    <a:cubicBezTo>
                      <a:pt x="91541" y="143"/>
                      <a:pt x="88432" y="459"/>
                      <a:pt x="85303" y="724"/>
                    </a:cubicBezTo>
                    <a:cubicBezTo>
                      <a:pt x="83379" y="875"/>
                      <a:pt x="81549" y="1637"/>
                      <a:pt x="79578" y="1637"/>
                    </a:cubicBezTo>
                    <a:cubicBezTo>
                      <a:pt x="79300" y="1637"/>
                      <a:pt x="79020" y="1622"/>
                      <a:pt x="78736" y="1588"/>
                    </a:cubicBezTo>
                    <a:cubicBezTo>
                      <a:pt x="78573" y="1568"/>
                      <a:pt x="78403" y="1557"/>
                      <a:pt x="78229" y="1557"/>
                    </a:cubicBezTo>
                    <a:cubicBezTo>
                      <a:pt x="77349" y="1557"/>
                      <a:pt x="76386" y="1840"/>
                      <a:pt x="75953" y="2677"/>
                    </a:cubicBezTo>
                    <a:cubicBezTo>
                      <a:pt x="75538" y="3489"/>
                      <a:pt x="76333" y="4163"/>
                      <a:pt x="76956" y="4750"/>
                    </a:cubicBezTo>
                    <a:cubicBezTo>
                      <a:pt x="77215" y="4992"/>
                      <a:pt x="77232" y="5511"/>
                      <a:pt x="77370" y="5891"/>
                    </a:cubicBezTo>
                    <a:cubicBezTo>
                      <a:pt x="77348" y="5890"/>
                      <a:pt x="77325" y="5889"/>
                      <a:pt x="77301" y="5889"/>
                    </a:cubicBezTo>
                    <a:cubicBezTo>
                      <a:pt x="77154" y="5889"/>
                      <a:pt x="76988" y="5912"/>
                      <a:pt x="76844" y="5912"/>
                    </a:cubicBezTo>
                    <a:cubicBezTo>
                      <a:pt x="76726" y="5912"/>
                      <a:pt x="76623" y="5896"/>
                      <a:pt x="76558" y="5839"/>
                    </a:cubicBezTo>
                    <a:cubicBezTo>
                      <a:pt x="76285" y="5586"/>
                      <a:pt x="76034" y="5489"/>
                      <a:pt x="75796" y="5489"/>
                    </a:cubicBezTo>
                    <a:cubicBezTo>
                      <a:pt x="75417" y="5489"/>
                      <a:pt x="75070" y="5733"/>
                      <a:pt x="74709" y="5977"/>
                    </a:cubicBezTo>
                    <a:lnTo>
                      <a:pt x="74709" y="5995"/>
                    </a:lnTo>
                    <a:lnTo>
                      <a:pt x="74692" y="5995"/>
                    </a:lnTo>
                    <a:cubicBezTo>
                      <a:pt x="74415" y="6358"/>
                      <a:pt x="73707" y="6479"/>
                      <a:pt x="73897" y="7066"/>
                    </a:cubicBezTo>
                    <a:cubicBezTo>
                      <a:pt x="74104" y="7654"/>
                      <a:pt x="74761" y="7671"/>
                      <a:pt x="75331" y="7723"/>
                    </a:cubicBezTo>
                    <a:lnTo>
                      <a:pt x="75625" y="7723"/>
                    </a:lnTo>
                    <a:lnTo>
                      <a:pt x="77146" y="7982"/>
                    </a:lnTo>
                    <a:cubicBezTo>
                      <a:pt x="76904" y="8068"/>
                      <a:pt x="76662" y="8120"/>
                      <a:pt x="76403" y="8120"/>
                    </a:cubicBezTo>
                    <a:cubicBezTo>
                      <a:pt x="76178" y="8103"/>
                      <a:pt x="75970" y="7930"/>
                      <a:pt x="75729" y="7861"/>
                    </a:cubicBezTo>
                    <a:cubicBezTo>
                      <a:pt x="75594" y="7823"/>
                      <a:pt x="75464" y="7807"/>
                      <a:pt x="75337" y="7807"/>
                    </a:cubicBezTo>
                    <a:cubicBezTo>
                      <a:pt x="74777" y="7807"/>
                      <a:pt x="74273" y="8116"/>
                      <a:pt x="73724" y="8172"/>
                    </a:cubicBezTo>
                    <a:cubicBezTo>
                      <a:pt x="73717" y="8173"/>
                      <a:pt x="73710" y="8174"/>
                      <a:pt x="73702" y="8174"/>
                    </a:cubicBezTo>
                    <a:cubicBezTo>
                      <a:pt x="73450" y="8174"/>
                      <a:pt x="72913" y="7613"/>
                      <a:pt x="72946" y="7394"/>
                    </a:cubicBezTo>
                    <a:cubicBezTo>
                      <a:pt x="73102" y="6479"/>
                      <a:pt x="73810" y="6098"/>
                      <a:pt x="74674" y="5995"/>
                    </a:cubicBezTo>
                    <a:lnTo>
                      <a:pt x="74674" y="5977"/>
                    </a:lnTo>
                    <a:cubicBezTo>
                      <a:pt x="74726" y="5545"/>
                      <a:pt x="74830" y="5113"/>
                      <a:pt x="74951" y="4681"/>
                    </a:cubicBezTo>
                    <a:cubicBezTo>
                      <a:pt x="75072" y="4370"/>
                      <a:pt x="75435" y="4076"/>
                      <a:pt x="75124" y="3748"/>
                    </a:cubicBezTo>
                    <a:cubicBezTo>
                      <a:pt x="74832" y="3467"/>
                      <a:pt x="74483" y="3396"/>
                      <a:pt x="74119" y="3396"/>
                    </a:cubicBezTo>
                    <a:cubicBezTo>
                      <a:pt x="73856" y="3396"/>
                      <a:pt x="73587" y="3433"/>
                      <a:pt x="73326" y="3454"/>
                    </a:cubicBezTo>
                    <a:cubicBezTo>
                      <a:pt x="72946" y="3506"/>
                      <a:pt x="72756" y="3748"/>
                      <a:pt x="72704" y="4180"/>
                    </a:cubicBezTo>
                    <a:cubicBezTo>
                      <a:pt x="72601" y="5252"/>
                      <a:pt x="72134" y="6098"/>
                      <a:pt x="70959" y="6340"/>
                    </a:cubicBezTo>
                    <a:cubicBezTo>
                      <a:pt x="70855" y="6427"/>
                      <a:pt x="70769" y="6513"/>
                      <a:pt x="70665" y="6617"/>
                    </a:cubicBezTo>
                    <a:cubicBezTo>
                      <a:pt x="70786" y="6859"/>
                      <a:pt x="70924" y="7083"/>
                      <a:pt x="71097" y="7291"/>
                    </a:cubicBezTo>
                    <a:cubicBezTo>
                      <a:pt x="71304" y="7412"/>
                      <a:pt x="71546" y="7515"/>
                      <a:pt x="71788" y="7567"/>
                    </a:cubicBezTo>
                    <a:cubicBezTo>
                      <a:pt x="71650" y="7550"/>
                      <a:pt x="71512" y="7541"/>
                      <a:pt x="71374" y="7541"/>
                    </a:cubicBezTo>
                    <a:cubicBezTo>
                      <a:pt x="71235" y="7541"/>
                      <a:pt x="71097" y="7550"/>
                      <a:pt x="70959" y="7567"/>
                    </a:cubicBezTo>
                    <a:cubicBezTo>
                      <a:pt x="70569" y="7671"/>
                      <a:pt x="70173" y="7708"/>
                      <a:pt x="69775" y="7708"/>
                    </a:cubicBezTo>
                    <a:cubicBezTo>
                      <a:pt x="68812" y="7708"/>
                      <a:pt x="67832" y="7494"/>
                      <a:pt x="66868" y="7494"/>
                    </a:cubicBezTo>
                    <a:cubicBezTo>
                      <a:pt x="66108" y="7494"/>
                      <a:pt x="65357" y="7627"/>
                      <a:pt x="64634" y="8103"/>
                    </a:cubicBezTo>
                    <a:cubicBezTo>
                      <a:pt x="64271" y="8345"/>
                      <a:pt x="63580" y="8379"/>
                      <a:pt x="63666" y="8863"/>
                    </a:cubicBezTo>
                    <a:cubicBezTo>
                      <a:pt x="63752" y="9382"/>
                      <a:pt x="64167" y="9900"/>
                      <a:pt x="64547" y="10315"/>
                    </a:cubicBezTo>
                    <a:cubicBezTo>
                      <a:pt x="64666" y="10447"/>
                      <a:pt x="64798" y="10498"/>
                      <a:pt x="64939" y="10498"/>
                    </a:cubicBezTo>
                    <a:cubicBezTo>
                      <a:pt x="65148" y="10498"/>
                      <a:pt x="65375" y="10387"/>
                      <a:pt x="65602" y="10263"/>
                    </a:cubicBezTo>
                    <a:cubicBezTo>
                      <a:pt x="66124" y="9977"/>
                      <a:pt x="66711" y="9789"/>
                      <a:pt x="67269" y="9556"/>
                    </a:cubicBezTo>
                    <a:lnTo>
                      <a:pt x="67269" y="9556"/>
                    </a:lnTo>
                    <a:cubicBezTo>
                      <a:pt x="66173" y="11022"/>
                      <a:pt x="64072" y="10911"/>
                      <a:pt x="62975" y="11974"/>
                    </a:cubicBezTo>
                    <a:cubicBezTo>
                      <a:pt x="62086" y="12850"/>
                      <a:pt x="61268" y="13162"/>
                      <a:pt x="60357" y="13162"/>
                    </a:cubicBezTo>
                    <a:cubicBezTo>
                      <a:pt x="59993" y="13162"/>
                      <a:pt x="59613" y="13112"/>
                      <a:pt x="59207" y="13028"/>
                    </a:cubicBezTo>
                    <a:cubicBezTo>
                      <a:pt x="58430" y="12873"/>
                      <a:pt x="57687" y="12510"/>
                      <a:pt x="56926" y="12233"/>
                    </a:cubicBezTo>
                    <a:cubicBezTo>
                      <a:pt x="57173" y="12050"/>
                      <a:pt x="57402" y="11981"/>
                      <a:pt x="57619" y="11981"/>
                    </a:cubicBezTo>
                    <a:cubicBezTo>
                      <a:pt x="58162" y="11981"/>
                      <a:pt x="58632" y="12416"/>
                      <a:pt x="59138" y="12613"/>
                    </a:cubicBezTo>
                    <a:cubicBezTo>
                      <a:pt x="59332" y="12687"/>
                      <a:pt x="59512" y="12718"/>
                      <a:pt x="59680" y="12718"/>
                    </a:cubicBezTo>
                    <a:cubicBezTo>
                      <a:pt x="60502" y="12718"/>
                      <a:pt x="61062" y="11967"/>
                      <a:pt x="61765" y="11680"/>
                    </a:cubicBezTo>
                    <a:cubicBezTo>
                      <a:pt x="62404" y="11421"/>
                      <a:pt x="61903" y="10851"/>
                      <a:pt x="61661" y="10384"/>
                    </a:cubicBezTo>
                    <a:cubicBezTo>
                      <a:pt x="61454" y="9987"/>
                      <a:pt x="61921" y="9745"/>
                      <a:pt x="62249" y="9537"/>
                    </a:cubicBezTo>
                    <a:cubicBezTo>
                      <a:pt x="62664" y="9295"/>
                      <a:pt x="63441" y="9226"/>
                      <a:pt x="63182" y="8518"/>
                    </a:cubicBezTo>
                    <a:cubicBezTo>
                      <a:pt x="63018" y="8098"/>
                      <a:pt x="62703" y="8030"/>
                      <a:pt x="62354" y="8030"/>
                    </a:cubicBezTo>
                    <a:cubicBezTo>
                      <a:pt x="62187" y="8030"/>
                      <a:pt x="62013" y="8045"/>
                      <a:pt x="61845" y="8045"/>
                    </a:cubicBezTo>
                    <a:cubicBezTo>
                      <a:pt x="61771" y="8045"/>
                      <a:pt x="61698" y="8042"/>
                      <a:pt x="61627" y="8034"/>
                    </a:cubicBezTo>
                    <a:cubicBezTo>
                      <a:pt x="61564" y="8027"/>
                      <a:pt x="61502" y="8024"/>
                      <a:pt x="61440" y="8024"/>
                    </a:cubicBezTo>
                    <a:cubicBezTo>
                      <a:pt x="60620" y="8024"/>
                      <a:pt x="59973" y="8583"/>
                      <a:pt x="59080" y="8583"/>
                    </a:cubicBezTo>
                    <a:cubicBezTo>
                      <a:pt x="59004" y="8583"/>
                      <a:pt x="58925" y="8579"/>
                      <a:pt x="58844" y="8570"/>
                    </a:cubicBezTo>
                    <a:cubicBezTo>
                      <a:pt x="57410" y="8414"/>
                      <a:pt x="56391" y="7671"/>
                      <a:pt x="55181" y="7187"/>
                    </a:cubicBezTo>
                    <a:cubicBezTo>
                      <a:pt x="54440" y="6892"/>
                      <a:pt x="53723" y="6767"/>
                      <a:pt x="53025" y="6767"/>
                    </a:cubicBezTo>
                    <a:cubicBezTo>
                      <a:pt x="51022" y="6767"/>
                      <a:pt x="49177" y="7799"/>
                      <a:pt x="47370" y="8812"/>
                    </a:cubicBezTo>
                    <a:cubicBezTo>
                      <a:pt x="46903" y="9071"/>
                      <a:pt x="46765" y="9434"/>
                      <a:pt x="46972" y="9969"/>
                    </a:cubicBezTo>
                    <a:cubicBezTo>
                      <a:pt x="47155" y="10426"/>
                      <a:pt x="47351" y="10748"/>
                      <a:pt x="47819" y="10748"/>
                    </a:cubicBezTo>
                    <a:cubicBezTo>
                      <a:pt x="47883" y="10748"/>
                      <a:pt x="47952" y="10742"/>
                      <a:pt x="48026" y="10730"/>
                    </a:cubicBezTo>
                    <a:lnTo>
                      <a:pt x="50498" y="10280"/>
                    </a:lnTo>
                    <a:cubicBezTo>
                      <a:pt x="50618" y="10263"/>
                      <a:pt x="50739" y="10229"/>
                      <a:pt x="50878" y="10194"/>
                    </a:cubicBezTo>
                    <a:lnTo>
                      <a:pt x="50878" y="10194"/>
                    </a:lnTo>
                    <a:cubicBezTo>
                      <a:pt x="50878" y="10298"/>
                      <a:pt x="50860" y="10401"/>
                      <a:pt x="50860" y="10505"/>
                    </a:cubicBezTo>
                    <a:cubicBezTo>
                      <a:pt x="50614" y="11663"/>
                      <a:pt x="50148" y="12321"/>
                      <a:pt x="49280" y="12321"/>
                    </a:cubicBezTo>
                    <a:cubicBezTo>
                      <a:pt x="48931" y="12321"/>
                      <a:pt x="48517" y="12214"/>
                      <a:pt x="48026" y="11991"/>
                    </a:cubicBezTo>
                    <a:cubicBezTo>
                      <a:pt x="46374" y="11254"/>
                      <a:pt x="44693" y="10979"/>
                      <a:pt x="42955" y="10979"/>
                    </a:cubicBezTo>
                    <a:cubicBezTo>
                      <a:pt x="42002" y="10979"/>
                      <a:pt x="41033" y="11062"/>
                      <a:pt x="40042" y="11196"/>
                    </a:cubicBezTo>
                    <a:cubicBezTo>
                      <a:pt x="38536" y="11404"/>
                      <a:pt x="37062" y="12285"/>
                      <a:pt x="35569" y="12285"/>
                    </a:cubicBezTo>
                    <a:cubicBezTo>
                      <a:pt x="35195" y="12285"/>
                      <a:pt x="34820" y="12230"/>
                      <a:pt x="34443" y="12095"/>
                    </a:cubicBezTo>
                    <a:cubicBezTo>
                      <a:pt x="32698" y="11490"/>
                      <a:pt x="30900" y="11110"/>
                      <a:pt x="29068" y="10920"/>
                    </a:cubicBezTo>
                    <a:cubicBezTo>
                      <a:pt x="27080" y="10698"/>
                      <a:pt x="25171" y="10202"/>
                      <a:pt x="23146" y="10202"/>
                    </a:cubicBezTo>
                    <a:cubicBezTo>
                      <a:pt x="22337" y="10202"/>
                      <a:pt x="21510" y="10281"/>
                      <a:pt x="20652" y="10488"/>
                    </a:cubicBezTo>
                    <a:cubicBezTo>
                      <a:pt x="18383" y="11055"/>
                      <a:pt x="16215" y="12269"/>
                      <a:pt x="13793" y="12269"/>
                    </a:cubicBezTo>
                    <a:cubicBezTo>
                      <a:pt x="13559" y="12269"/>
                      <a:pt x="13322" y="12258"/>
                      <a:pt x="13083" y="12233"/>
                    </a:cubicBezTo>
                    <a:cubicBezTo>
                      <a:pt x="13049" y="12230"/>
                      <a:pt x="13015" y="12229"/>
                      <a:pt x="12982" y="12229"/>
                    </a:cubicBezTo>
                    <a:cubicBezTo>
                      <a:pt x="12473" y="12229"/>
                      <a:pt x="12176" y="12605"/>
                      <a:pt x="12323" y="13287"/>
                    </a:cubicBezTo>
                    <a:cubicBezTo>
                      <a:pt x="12498" y="14071"/>
                      <a:pt x="12325" y="14707"/>
                      <a:pt x="11687" y="14707"/>
                    </a:cubicBezTo>
                    <a:cubicBezTo>
                      <a:pt x="11510" y="14707"/>
                      <a:pt x="11296" y="14658"/>
                      <a:pt x="11044" y="14549"/>
                    </a:cubicBezTo>
                    <a:cubicBezTo>
                      <a:pt x="10655" y="14378"/>
                      <a:pt x="10292" y="14308"/>
                      <a:pt x="9947" y="14308"/>
                    </a:cubicBezTo>
                    <a:cubicBezTo>
                      <a:pt x="9034" y="14308"/>
                      <a:pt x="8242" y="14801"/>
                      <a:pt x="7415" y="15240"/>
                    </a:cubicBezTo>
                    <a:cubicBezTo>
                      <a:pt x="6965" y="15482"/>
                      <a:pt x="6672" y="15914"/>
                      <a:pt x="6879" y="16467"/>
                    </a:cubicBezTo>
                    <a:cubicBezTo>
                      <a:pt x="7027" y="16886"/>
                      <a:pt x="7334" y="16988"/>
                      <a:pt x="7700" y="16988"/>
                    </a:cubicBezTo>
                    <a:cubicBezTo>
                      <a:pt x="7802" y="16988"/>
                      <a:pt x="7910" y="16980"/>
                      <a:pt x="8020" y="16968"/>
                    </a:cubicBezTo>
                    <a:cubicBezTo>
                      <a:pt x="8305" y="16929"/>
                      <a:pt x="8590" y="16910"/>
                      <a:pt x="8875" y="16910"/>
                    </a:cubicBezTo>
                    <a:cubicBezTo>
                      <a:pt x="8970" y="16910"/>
                      <a:pt x="9065" y="16912"/>
                      <a:pt x="9160" y="16917"/>
                    </a:cubicBezTo>
                    <a:cubicBezTo>
                      <a:pt x="9186" y="16919"/>
                      <a:pt x="9214" y="16920"/>
                      <a:pt x="9242" y="16920"/>
                    </a:cubicBezTo>
                    <a:cubicBezTo>
                      <a:pt x="9458" y="16920"/>
                      <a:pt x="9735" y="16862"/>
                      <a:pt x="9947" y="16862"/>
                    </a:cubicBezTo>
                    <a:cubicBezTo>
                      <a:pt x="10131" y="16862"/>
                      <a:pt x="10266" y="16906"/>
                      <a:pt x="10266" y="17072"/>
                    </a:cubicBezTo>
                    <a:cubicBezTo>
                      <a:pt x="10266" y="17498"/>
                      <a:pt x="9728" y="17637"/>
                      <a:pt x="9291" y="17637"/>
                    </a:cubicBezTo>
                    <a:cubicBezTo>
                      <a:pt x="9214" y="17637"/>
                      <a:pt x="9141" y="17633"/>
                      <a:pt x="9074" y="17625"/>
                    </a:cubicBezTo>
                    <a:cubicBezTo>
                      <a:pt x="8873" y="17604"/>
                      <a:pt x="8677" y="17594"/>
                      <a:pt x="8484" y="17594"/>
                    </a:cubicBezTo>
                    <a:cubicBezTo>
                      <a:pt x="6314" y="17594"/>
                      <a:pt x="4587" y="18859"/>
                      <a:pt x="2714" y="19716"/>
                    </a:cubicBezTo>
                    <a:cubicBezTo>
                      <a:pt x="1193" y="20407"/>
                      <a:pt x="2351" y="21548"/>
                      <a:pt x="2282" y="22429"/>
                    </a:cubicBezTo>
                    <a:cubicBezTo>
                      <a:pt x="2264" y="22814"/>
                      <a:pt x="2455" y="22907"/>
                      <a:pt x="2706" y="22907"/>
                    </a:cubicBezTo>
                    <a:cubicBezTo>
                      <a:pt x="2939" y="22907"/>
                      <a:pt x="3223" y="22827"/>
                      <a:pt x="3440" y="22827"/>
                    </a:cubicBezTo>
                    <a:cubicBezTo>
                      <a:pt x="3665" y="22827"/>
                      <a:pt x="3872" y="22982"/>
                      <a:pt x="4079" y="23069"/>
                    </a:cubicBezTo>
                    <a:cubicBezTo>
                      <a:pt x="3924" y="23242"/>
                      <a:pt x="3751" y="23380"/>
                      <a:pt x="3544" y="23501"/>
                    </a:cubicBezTo>
                    <a:cubicBezTo>
                      <a:pt x="2610" y="23881"/>
                      <a:pt x="1643" y="24192"/>
                      <a:pt x="709" y="24589"/>
                    </a:cubicBezTo>
                    <a:cubicBezTo>
                      <a:pt x="329" y="24745"/>
                      <a:pt x="1" y="25142"/>
                      <a:pt x="226" y="25609"/>
                    </a:cubicBezTo>
                    <a:cubicBezTo>
                      <a:pt x="325" y="25816"/>
                      <a:pt x="462" y="25880"/>
                      <a:pt x="615" y="25880"/>
                    </a:cubicBezTo>
                    <a:cubicBezTo>
                      <a:pt x="807" y="25880"/>
                      <a:pt x="1026" y="25778"/>
                      <a:pt x="1228" y="25730"/>
                    </a:cubicBezTo>
                    <a:cubicBezTo>
                      <a:pt x="2248" y="25454"/>
                      <a:pt x="3354" y="25350"/>
                      <a:pt x="4252" y="24866"/>
                    </a:cubicBezTo>
                    <a:cubicBezTo>
                      <a:pt x="4601" y="24679"/>
                      <a:pt x="4965" y="24620"/>
                      <a:pt x="5336" y="24620"/>
                    </a:cubicBezTo>
                    <a:cubicBezTo>
                      <a:pt x="5952" y="24620"/>
                      <a:pt x="6585" y="24782"/>
                      <a:pt x="7191" y="24782"/>
                    </a:cubicBezTo>
                    <a:cubicBezTo>
                      <a:pt x="7702" y="24782"/>
                      <a:pt x="8195" y="24667"/>
                      <a:pt x="8642" y="24244"/>
                    </a:cubicBezTo>
                    <a:cubicBezTo>
                      <a:pt x="9143" y="23760"/>
                      <a:pt x="9627" y="23276"/>
                      <a:pt x="10128" y="22809"/>
                    </a:cubicBezTo>
                    <a:cubicBezTo>
                      <a:pt x="10518" y="22438"/>
                      <a:pt x="10935" y="22335"/>
                      <a:pt x="11366" y="22335"/>
                    </a:cubicBezTo>
                    <a:cubicBezTo>
                      <a:pt x="11904" y="22335"/>
                      <a:pt x="12465" y="22495"/>
                      <a:pt x="13026" y="22495"/>
                    </a:cubicBezTo>
                    <a:cubicBezTo>
                      <a:pt x="13270" y="22495"/>
                      <a:pt x="13515" y="22465"/>
                      <a:pt x="13757" y="22377"/>
                    </a:cubicBezTo>
                    <a:cubicBezTo>
                      <a:pt x="14876" y="21972"/>
                      <a:pt x="15968" y="21278"/>
                      <a:pt x="17215" y="21278"/>
                    </a:cubicBezTo>
                    <a:cubicBezTo>
                      <a:pt x="17721" y="21278"/>
                      <a:pt x="18252" y="21392"/>
                      <a:pt x="18820" y="21686"/>
                    </a:cubicBezTo>
                    <a:cubicBezTo>
                      <a:pt x="20272" y="22429"/>
                      <a:pt x="22242" y="22343"/>
                      <a:pt x="21966" y="24780"/>
                    </a:cubicBezTo>
                    <a:cubicBezTo>
                      <a:pt x="21914" y="25212"/>
                      <a:pt x="22104" y="25868"/>
                      <a:pt x="22415" y="26127"/>
                    </a:cubicBezTo>
                    <a:cubicBezTo>
                      <a:pt x="23746" y="27251"/>
                      <a:pt x="23659" y="29411"/>
                      <a:pt x="23210" y="29981"/>
                    </a:cubicBezTo>
                    <a:cubicBezTo>
                      <a:pt x="22052" y="31485"/>
                      <a:pt x="22484" y="32573"/>
                      <a:pt x="22985" y="33973"/>
                    </a:cubicBezTo>
                    <a:cubicBezTo>
                      <a:pt x="23124" y="34405"/>
                      <a:pt x="22795" y="35045"/>
                      <a:pt x="22553" y="35529"/>
                    </a:cubicBezTo>
                    <a:cubicBezTo>
                      <a:pt x="21447" y="37844"/>
                      <a:pt x="19356" y="39469"/>
                      <a:pt x="18233" y="41802"/>
                    </a:cubicBezTo>
                    <a:cubicBezTo>
                      <a:pt x="17455" y="43409"/>
                      <a:pt x="17058" y="48783"/>
                      <a:pt x="18354" y="49734"/>
                    </a:cubicBezTo>
                    <a:cubicBezTo>
                      <a:pt x="20220" y="51116"/>
                      <a:pt x="19927" y="52862"/>
                      <a:pt x="20238" y="54659"/>
                    </a:cubicBezTo>
                    <a:cubicBezTo>
                      <a:pt x="20428" y="55748"/>
                      <a:pt x="20410" y="57528"/>
                      <a:pt x="20687" y="57752"/>
                    </a:cubicBezTo>
                    <a:cubicBezTo>
                      <a:pt x="22380" y="59083"/>
                      <a:pt x="22242" y="61364"/>
                      <a:pt x="23625" y="62764"/>
                    </a:cubicBezTo>
                    <a:cubicBezTo>
                      <a:pt x="23915" y="63066"/>
                      <a:pt x="24197" y="63258"/>
                      <a:pt x="24508" y="63258"/>
                    </a:cubicBezTo>
                    <a:cubicBezTo>
                      <a:pt x="24660" y="63258"/>
                      <a:pt x="24820" y="63212"/>
                      <a:pt x="24990" y="63110"/>
                    </a:cubicBezTo>
                    <a:cubicBezTo>
                      <a:pt x="25508" y="62816"/>
                      <a:pt x="25526" y="62246"/>
                      <a:pt x="25197" y="61831"/>
                    </a:cubicBezTo>
                    <a:cubicBezTo>
                      <a:pt x="23607" y="59671"/>
                      <a:pt x="23746" y="56888"/>
                      <a:pt x="22536" y="54590"/>
                    </a:cubicBezTo>
                    <a:cubicBezTo>
                      <a:pt x="22415" y="54348"/>
                      <a:pt x="22605" y="53933"/>
                      <a:pt x="22692" y="53605"/>
                    </a:cubicBezTo>
                    <a:cubicBezTo>
                      <a:pt x="22704" y="53568"/>
                      <a:pt x="22878" y="53539"/>
                      <a:pt x="22981" y="53539"/>
                    </a:cubicBezTo>
                    <a:cubicBezTo>
                      <a:pt x="23021" y="53539"/>
                      <a:pt x="23050" y="53543"/>
                      <a:pt x="23054" y="53553"/>
                    </a:cubicBezTo>
                    <a:cubicBezTo>
                      <a:pt x="23175" y="53812"/>
                      <a:pt x="23366" y="54106"/>
                      <a:pt x="23366" y="54400"/>
                    </a:cubicBezTo>
                    <a:cubicBezTo>
                      <a:pt x="23383" y="56819"/>
                      <a:pt x="24973" y="58617"/>
                      <a:pt x="26027" y="60569"/>
                    </a:cubicBezTo>
                    <a:cubicBezTo>
                      <a:pt x="26977" y="62297"/>
                      <a:pt x="28654" y="63663"/>
                      <a:pt x="27720" y="65978"/>
                    </a:cubicBezTo>
                    <a:cubicBezTo>
                      <a:pt x="27530" y="66445"/>
                      <a:pt x="27928" y="66791"/>
                      <a:pt x="28273" y="67136"/>
                    </a:cubicBezTo>
                    <a:cubicBezTo>
                      <a:pt x="29138" y="68000"/>
                      <a:pt x="30226" y="68536"/>
                      <a:pt x="31246" y="69193"/>
                    </a:cubicBezTo>
                    <a:cubicBezTo>
                      <a:pt x="32910" y="70222"/>
                      <a:pt x="34447" y="71516"/>
                      <a:pt x="36422" y="71516"/>
                    </a:cubicBezTo>
                    <a:cubicBezTo>
                      <a:pt x="36867" y="71516"/>
                      <a:pt x="37334" y="71451"/>
                      <a:pt x="37830" y="71301"/>
                    </a:cubicBezTo>
                    <a:cubicBezTo>
                      <a:pt x="37930" y="71272"/>
                      <a:pt x="38022" y="71258"/>
                      <a:pt x="38107" y="71258"/>
                    </a:cubicBezTo>
                    <a:cubicBezTo>
                      <a:pt x="38527" y="71258"/>
                      <a:pt x="38793" y="71582"/>
                      <a:pt x="39023" y="71941"/>
                    </a:cubicBezTo>
                    <a:cubicBezTo>
                      <a:pt x="39748" y="73098"/>
                      <a:pt x="40768" y="73721"/>
                      <a:pt x="42116" y="74032"/>
                    </a:cubicBezTo>
                    <a:cubicBezTo>
                      <a:pt x="43585" y="74360"/>
                      <a:pt x="45296" y="74775"/>
                      <a:pt x="45745" y="76399"/>
                    </a:cubicBezTo>
                    <a:cubicBezTo>
                      <a:pt x="46194" y="78110"/>
                      <a:pt x="47439" y="79112"/>
                      <a:pt x="48648" y="79907"/>
                    </a:cubicBezTo>
                    <a:cubicBezTo>
                      <a:pt x="49237" y="80296"/>
                      <a:pt x="50039" y="81326"/>
                      <a:pt x="50895" y="81326"/>
                    </a:cubicBezTo>
                    <a:cubicBezTo>
                      <a:pt x="51372" y="81326"/>
                      <a:pt x="51865" y="81007"/>
                      <a:pt x="52347" y="80080"/>
                    </a:cubicBezTo>
                    <a:cubicBezTo>
                      <a:pt x="52462" y="79850"/>
                      <a:pt x="52631" y="79714"/>
                      <a:pt x="52813" y="79714"/>
                    </a:cubicBezTo>
                    <a:cubicBezTo>
                      <a:pt x="53013" y="79714"/>
                      <a:pt x="53228" y="79880"/>
                      <a:pt x="53401" y="80270"/>
                    </a:cubicBezTo>
                    <a:cubicBezTo>
                      <a:pt x="54593" y="83156"/>
                      <a:pt x="53919" y="85697"/>
                      <a:pt x="51621" y="87943"/>
                    </a:cubicBezTo>
                    <a:cubicBezTo>
                      <a:pt x="50498" y="89049"/>
                      <a:pt x="49806" y="90604"/>
                      <a:pt x="50774" y="92194"/>
                    </a:cubicBezTo>
                    <a:cubicBezTo>
                      <a:pt x="51085" y="92730"/>
                      <a:pt x="51068" y="92886"/>
                      <a:pt x="50688" y="93283"/>
                    </a:cubicBezTo>
                    <a:cubicBezTo>
                      <a:pt x="49685" y="94337"/>
                      <a:pt x="49703" y="95875"/>
                      <a:pt x="50567" y="96636"/>
                    </a:cubicBezTo>
                    <a:cubicBezTo>
                      <a:pt x="52208" y="98087"/>
                      <a:pt x="52986" y="99971"/>
                      <a:pt x="53971" y="101803"/>
                    </a:cubicBezTo>
                    <a:cubicBezTo>
                      <a:pt x="55440" y="104516"/>
                      <a:pt x="56771" y="107281"/>
                      <a:pt x="59933" y="108629"/>
                    </a:cubicBezTo>
                    <a:cubicBezTo>
                      <a:pt x="61661" y="109372"/>
                      <a:pt x="62629" y="111014"/>
                      <a:pt x="62664" y="113122"/>
                    </a:cubicBezTo>
                    <a:cubicBezTo>
                      <a:pt x="62716" y="116319"/>
                      <a:pt x="62871" y="119516"/>
                      <a:pt x="63096" y="122713"/>
                    </a:cubicBezTo>
                    <a:cubicBezTo>
                      <a:pt x="63251" y="125115"/>
                      <a:pt x="64426" y="127431"/>
                      <a:pt x="63631" y="129920"/>
                    </a:cubicBezTo>
                    <a:cubicBezTo>
                      <a:pt x="63303" y="130922"/>
                      <a:pt x="63459" y="131907"/>
                      <a:pt x="63839" y="132875"/>
                    </a:cubicBezTo>
                    <a:cubicBezTo>
                      <a:pt x="64323" y="134067"/>
                      <a:pt x="64461" y="135363"/>
                      <a:pt x="64288" y="136642"/>
                    </a:cubicBezTo>
                    <a:cubicBezTo>
                      <a:pt x="64184" y="137593"/>
                      <a:pt x="64582" y="138664"/>
                      <a:pt x="65653" y="139148"/>
                    </a:cubicBezTo>
                    <a:cubicBezTo>
                      <a:pt x="65680" y="139159"/>
                      <a:pt x="65711" y="139163"/>
                      <a:pt x="65743" y="139163"/>
                    </a:cubicBezTo>
                    <a:cubicBezTo>
                      <a:pt x="65886" y="139163"/>
                      <a:pt x="66069" y="139076"/>
                      <a:pt x="66205" y="139076"/>
                    </a:cubicBezTo>
                    <a:cubicBezTo>
                      <a:pt x="66332" y="139076"/>
                      <a:pt x="66419" y="139151"/>
                      <a:pt x="66397" y="139442"/>
                    </a:cubicBezTo>
                    <a:cubicBezTo>
                      <a:pt x="66362" y="139995"/>
                      <a:pt x="67071" y="140565"/>
                      <a:pt x="66293" y="141135"/>
                    </a:cubicBezTo>
                    <a:cubicBezTo>
                      <a:pt x="65895" y="141412"/>
                      <a:pt x="65360" y="142259"/>
                      <a:pt x="65774" y="142414"/>
                    </a:cubicBezTo>
                    <a:cubicBezTo>
                      <a:pt x="66898" y="142846"/>
                      <a:pt x="66500" y="143797"/>
                      <a:pt x="66777" y="144488"/>
                    </a:cubicBezTo>
                    <a:cubicBezTo>
                      <a:pt x="67468" y="146164"/>
                      <a:pt x="68505" y="147668"/>
                      <a:pt x="69801" y="148929"/>
                    </a:cubicBezTo>
                    <a:cubicBezTo>
                      <a:pt x="71823" y="150906"/>
                      <a:pt x="74091" y="152091"/>
                      <a:pt x="76808" y="152091"/>
                    </a:cubicBezTo>
                    <a:cubicBezTo>
                      <a:pt x="77226" y="152091"/>
                      <a:pt x="77656" y="152063"/>
                      <a:pt x="78096" y="152005"/>
                    </a:cubicBezTo>
                    <a:cubicBezTo>
                      <a:pt x="78355" y="151953"/>
                      <a:pt x="78580" y="151781"/>
                      <a:pt x="78718" y="151556"/>
                    </a:cubicBezTo>
                    <a:cubicBezTo>
                      <a:pt x="78874" y="151262"/>
                      <a:pt x="78615" y="151038"/>
                      <a:pt x="78355" y="150882"/>
                    </a:cubicBezTo>
                    <a:cubicBezTo>
                      <a:pt x="77595" y="150415"/>
                      <a:pt x="76835" y="149914"/>
                      <a:pt x="76040" y="149482"/>
                    </a:cubicBezTo>
                    <a:cubicBezTo>
                      <a:pt x="73914" y="148342"/>
                      <a:pt x="73551" y="146648"/>
                      <a:pt x="74899" y="144695"/>
                    </a:cubicBezTo>
                    <a:cubicBezTo>
                      <a:pt x="75608" y="143658"/>
                      <a:pt x="75694" y="142570"/>
                      <a:pt x="74173" y="142017"/>
                    </a:cubicBezTo>
                    <a:cubicBezTo>
                      <a:pt x="73707" y="141861"/>
                      <a:pt x="72929" y="141550"/>
                      <a:pt x="73551" y="140997"/>
                    </a:cubicBezTo>
                    <a:cubicBezTo>
                      <a:pt x="74260" y="140340"/>
                      <a:pt x="74260" y="139597"/>
                      <a:pt x="74415" y="138837"/>
                    </a:cubicBezTo>
                    <a:cubicBezTo>
                      <a:pt x="74605" y="137783"/>
                      <a:pt x="73534" y="136193"/>
                      <a:pt x="75677" y="135985"/>
                    </a:cubicBezTo>
                    <a:cubicBezTo>
                      <a:pt x="75746" y="135985"/>
                      <a:pt x="75850" y="135588"/>
                      <a:pt x="75798" y="135432"/>
                    </a:cubicBezTo>
                    <a:cubicBezTo>
                      <a:pt x="75444" y="134260"/>
                      <a:pt x="75867" y="133923"/>
                      <a:pt x="76900" y="133923"/>
                    </a:cubicBezTo>
                    <a:cubicBezTo>
                      <a:pt x="76978" y="133923"/>
                      <a:pt x="77060" y="133925"/>
                      <a:pt x="77146" y="133929"/>
                    </a:cubicBezTo>
                    <a:cubicBezTo>
                      <a:pt x="77188" y="133931"/>
                      <a:pt x="77231" y="133932"/>
                      <a:pt x="77272" y="133932"/>
                    </a:cubicBezTo>
                    <a:cubicBezTo>
                      <a:pt x="78202" y="133932"/>
                      <a:pt x="78980" y="133388"/>
                      <a:pt x="79427" y="132512"/>
                    </a:cubicBezTo>
                    <a:cubicBezTo>
                      <a:pt x="79859" y="131648"/>
                      <a:pt x="79738" y="130836"/>
                      <a:pt x="79047" y="130110"/>
                    </a:cubicBezTo>
                    <a:cubicBezTo>
                      <a:pt x="78857" y="129902"/>
                      <a:pt x="78822" y="129557"/>
                      <a:pt x="78701" y="129280"/>
                    </a:cubicBezTo>
                    <a:lnTo>
                      <a:pt x="78701" y="129280"/>
                    </a:lnTo>
                    <a:cubicBezTo>
                      <a:pt x="78977" y="129298"/>
                      <a:pt x="79237" y="129332"/>
                      <a:pt x="79513" y="129384"/>
                    </a:cubicBezTo>
                    <a:cubicBezTo>
                      <a:pt x="79669" y="129427"/>
                      <a:pt x="79830" y="129448"/>
                      <a:pt x="79991" y="129448"/>
                    </a:cubicBezTo>
                    <a:cubicBezTo>
                      <a:pt x="80347" y="129448"/>
                      <a:pt x="80702" y="129344"/>
                      <a:pt x="80999" y="129142"/>
                    </a:cubicBezTo>
                    <a:cubicBezTo>
                      <a:pt x="82900" y="128001"/>
                      <a:pt x="83350" y="125841"/>
                      <a:pt x="84473" y="124148"/>
                    </a:cubicBezTo>
                    <a:cubicBezTo>
                      <a:pt x="85216" y="123024"/>
                      <a:pt x="86149" y="121815"/>
                      <a:pt x="85544" y="120225"/>
                    </a:cubicBezTo>
                    <a:cubicBezTo>
                      <a:pt x="85026" y="118808"/>
                      <a:pt x="85959" y="118186"/>
                      <a:pt x="86927" y="117356"/>
                    </a:cubicBezTo>
                    <a:cubicBezTo>
                      <a:pt x="88258" y="116233"/>
                      <a:pt x="90314" y="116371"/>
                      <a:pt x="91230" y="115213"/>
                    </a:cubicBezTo>
                    <a:cubicBezTo>
                      <a:pt x="93096" y="112846"/>
                      <a:pt x="93788" y="109908"/>
                      <a:pt x="93874" y="106866"/>
                    </a:cubicBezTo>
                    <a:cubicBezTo>
                      <a:pt x="93909" y="105743"/>
                      <a:pt x="93563" y="104637"/>
                      <a:pt x="94635" y="103635"/>
                    </a:cubicBezTo>
                    <a:cubicBezTo>
                      <a:pt x="95637" y="102650"/>
                      <a:pt x="96432" y="101492"/>
                      <a:pt x="97002" y="100213"/>
                    </a:cubicBezTo>
                    <a:cubicBezTo>
                      <a:pt x="98350" y="97189"/>
                      <a:pt x="97555" y="95668"/>
                      <a:pt x="93770" y="93404"/>
                    </a:cubicBezTo>
                    <a:cubicBezTo>
                      <a:pt x="92864" y="92866"/>
                      <a:pt x="92012" y="92178"/>
                      <a:pt x="90923" y="92178"/>
                    </a:cubicBezTo>
                    <a:cubicBezTo>
                      <a:pt x="90787" y="92178"/>
                      <a:pt x="90648" y="92189"/>
                      <a:pt x="90504" y="92212"/>
                    </a:cubicBezTo>
                    <a:cubicBezTo>
                      <a:pt x="90375" y="92232"/>
                      <a:pt x="90250" y="92241"/>
                      <a:pt x="90128" y="92241"/>
                    </a:cubicBezTo>
                    <a:cubicBezTo>
                      <a:pt x="89316" y="92241"/>
                      <a:pt x="88640" y="91827"/>
                      <a:pt x="87964" y="91451"/>
                    </a:cubicBezTo>
                    <a:cubicBezTo>
                      <a:pt x="86720" y="90760"/>
                      <a:pt x="85423" y="90190"/>
                      <a:pt x="84076" y="89740"/>
                    </a:cubicBezTo>
                    <a:cubicBezTo>
                      <a:pt x="83419" y="89533"/>
                      <a:pt x="82365" y="89412"/>
                      <a:pt x="82226" y="88306"/>
                    </a:cubicBezTo>
                    <a:cubicBezTo>
                      <a:pt x="81898" y="85511"/>
                      <a:pt x="80349" y="82231"/>
                      <a:pt x="77208" y="82231"/>
                    </a:cubicBezTo>
                    <a:cubicBezTo>
                      <a:pt x="77047" y="82231"/>
                      <a:pt x="76883" y="82240"/>
                      <a:pt x="76714" y="82258"/>
                    </a:cubicBezTo>
                    <a:cubicBezTo>
                      <a:pt x="76610" y="82274"/>
                      <a:pt x="76507" y="82282"/>
                      <a:pt x="76405" y="82282"/>
                    </a:cubicBezTo>
                    <a:cubicBezTo>
                      <a:pt x="75873" y="82282"/>
                      <a:pt x="75365" y="82061"/>
                      <a:pt x="75003" y="81670"/>
                    </a:cubicBezTo>
                    <a:cubicBezTo>
                      <a:pt x="73810" y="80478"/>
                      <a:pt x="72722" y="79147"/>
                      <a:pt x="71356" y="78179"/>
                    </a:cubicBezTo>
                    <a:cubicBezTo>
                      <a:pt x="70652" y="77672"/>
                      <a:pt x="69937" y="76844"/>
                      <a:pt x="68958" y="76844"/>
                    </a:cubicBezTo>
                    <a:cubicBezTo>
                      <a:pt x="68735" y="76844"/>
                      <a:pt x="68499" y="76887"/>
                      <a:pt x="68246" y="76987"/>
                    </a:cubicBezTo>
                    <a:cubicBezTo>
                      <a:pt x="68013" y="77081"/>
                      <a:pt x="67785" y="77113"/>
                      <a:pt x="67562" y="77113"/>
                    </a:cubicBezTo>
                    <a:cubicBezTo>
                      <a:pt x="67089" y="77113"/>
                      <a:pt x="66635" y="76969"/>
                      <a:pt x="66189" y="76969"/>
                    </a:cubicBezTo>
                    <a:cubicBezTo>
                      <a:pt x="64783" y="76969"/>
                      <a:pt x="63941" y="75706"/>
                      <a:pt x="62605" y="75706"/>
                    </a:cubicBezTo>
                    <a:cubicBezTo>
                      <a:pt x="62579" y="75706"/>
                      <a:pt x="62552" y="75707"/>
                      <a:pt x="62525" y="75708"/>
                    </a:cubicBezTo>
                    <a:cubicBezTo>
                      <a:pt x="62280" y="75708"/>
                      <a:pt x="61828" y="76012"/>
                      <a:pt x="61511" y="76012"/>
                    </a:cubicBezTo>
                    <a:cubicBezTo>
                      <a:pt x="61248" y="76012"/>
                      <a:pt x="61077" y="75802"/>
                      <a:pt x="61195" y="75034"/>
                    </a:cubicBezTo>
                    <a:cubicBezTo>
                      <a:pt x="61232" y="74788"/>
                      <a:pt x="60883" y="74612"/>
                      <a:pt x="60617" y="74612"/>
                    </a:cubicBezTo>
                    <a:cubicBezTo>
                      <a:pt x="60509" y="74612"/>
                      <a:pt x="60415" y="74641"/>
                      <a:pt x="60365" y="74706"/>
                    </a:cubicBezTo>
                    <a:cubicBezTo>
                      <a:pt x="59225" y="76088"/>
                      <a:pt x="57099" y="76071"/>
                      <a:pt x="56166" y="77747"/>
                    </a:cubicBezTo>
                    <a:cubicBezTo>
                      <a:pt x="55842" y="78325"/>
                      <a:pt x="55457" y="78771"/>
                      <a:pt x="54917" y="78771"/>
                    </a:cubicBezTo>
                    <a:cubicBezTo>
                      <a:pt x="54649" y="78771"/>
                      <a:pt x="54343" y="78661"/>
                      <a:pt x="53988" y="78404"/>
                    </a:cubicBezTo>
                    <a:cubicBezTo>
                      <a:pt x="53637" y="78125"/>
                      <a:pt x="53206" y="77982"/>
                      <a:pt x="52772" y="77982"/>
                    </a:cubicBezTo>
                    <a:cubicBezTo>
                      <a:pt x="52480" y="77982"/>
                      <a:pt x="52186" y="78047"/>
                      <a:pt x="51915" y="78179"/>
                    </a:cubicBezTo>
                    <a:cubicBezTo>
                      <a:pt x="51373" y="78410"/>
                      <a:pt x="50918" y="78527"/>
                      <a:pt x="50541" y="78527"/>
                    </a:cubicBezTo>
                    <a:cubicBezTo>
                      <a:pt x="49618" y="78527"/>
                      <a:pt x="49166" y="77825"/>
                      <a:pt x="49080" y="76365"/>
                    </a:cubicBezTo>
                    <a:cubicBezTo>
                      <a:pt x="49046" y="75397"/>
                      <a:pt x="49184" y="74446"/>
                      <a:pt x="49478" y="73530"/>
                    </a:cubicBezTo>
                    <a:cubicBezTo>
                      <a:pt x="50012" y="71861"/>
                      <a:pt x="49095" y="70692"/>
                      <a:pt x="47366" y="70692"/>
                    </a:cubicBezTo>
                    <a:cubicBezTo>
                      <a:pt x="47305" y="70692"/>
                      <a:pt x="47243" y="70693"/>
                      <a:pt x="47179" y="70696"/>
                    </a:cubicBezTo>
                    <a:cubicBezTo>
                      <a:pt x="46730" y="70714"/>
                      <a:pt x="46281" y="70765"/>
                      <a:pt x="45814" y="70783"/>
                    </a:cubicBezTo>
                    <a:cubicBezTo>
                      <a:pt x="45755" y="70784"/>
                      <a:pt x="45699" y="70786"/>
                      <a:pt x="45645" y="70786"/>
                    </a:cubicBezTo>
                    <a:cubicBezTo>
                      <a:pt x="45148" y="70786"/>
                      <a:pt x="44886" y="70683"/>
                      <a:pt x="45088" y="69919"/>
                    </a:cubicBezTo>
                    <a:cubicBezTo>
                      <a:pt x="45469" y="68484"/>
                      <a:pt x="46143" y="67240"/>
                      <a:pt x="46886" y="65996"/>
                    </a:cubicBezTo>
                    <a:cubicBezTo>
                      <a:pt x="47214" y="65443"/>
                      <a:pt x="47231" y="64993"/>
                      <a:pt x="46747" y="64613"/>
                    </a:cubicBezTo>
                    <a:cubicBezTo>
                      <a:pt x="46406" y="64334"/>
                      <a:pt x="45929" y="64209"/>
                      <a:pt x="45417" y="64209"/>
                    </a:cubicBezTo>
                    <a:cubicBezTo>
                      <a:pt x="44221" y="64209"/>
                      <a:pt x="42833" y="64889"/>
                      <a:pt x="42531" y="65857"/>
                    </a:cubicBezTo>
                    <a:cubicBezTo>
                      <a:pt x="42161" y="67044"/>
                      <a:pt x="40793" y="67929"/>
                      <a:pt x="39553" y="67929"/>
                    </a:cubicBezTo>
                    <a:cubicBezTo>
                      <a:pt x="39113" y="67929"/>
                      <a:pt x="38689" y="67817"/>
                      <a:pt x="38331" y="67568"/>
                    </a:cubicBezTo>
                    <a:cubicBezTo>
                      <a:pt x="36966" y="66601"/>
                      <a:pt x="35998" y="64872"/>
                      <a:pt x="36517" y="63455"/>
                    </a:cubicBezTo>
                    <a:cubicBezTo>
                      <a:pt x="37571" y="60569"/>
                      <a:pt x="37986" y="56802"/>
                      <a:pt x="41822" y="56093"/>
                    </a:cubicBezTo>
                    <a:cubicBezTo>
                      <a:pt x="44259" y="55627"/>
                      <a:pt x="46696" y="55299"/>
                      <a:pt x="49167" y="55126"/>
                    </a:cubicBezTo>
                    <a:cubicBezTo>
                      <a:pt x="49252" y="55120"/>
                      <a:pt x="49338" y="55117"/>
                      <a:pt x="49425" y="55117"/>
                    </a:cubicBezTo>
                    <a:cubicBezTo>
                      <a:pt x="50819" y="55117"/>
                      <a:pt x="52364" y="55920"/>
                      <a:pt x="51811" y="58133"/>
                    </a:cubicBezTo>
                    <a:cubicBezTo>
                      <a:pt x="51707" y="58582"/>
                      <a:pt x="52087" y="59204"/>
                      <a:pt x="52329" y="59688"/>
                    </a:cubicBezTo>
                    <a:cubicBezTo>
                      <a:pt x="52602" y="60250"/>
                      <a:pt x="52992" y="60846"/>
                      <a:pt x="53666" y="60846"/>
                    </a:cubicBezTo>
                    <a:cubicBezTo>
                      <a:pt x="53675" y="60846"/>
                      <a:pt x="53685" y="60846"/>
                      <a:pt x="53695" y="60846"/>
                    </a:cubicBezTo>
                    <a:cubicBezTo>
                      <a:pt x="54455" y="60811"/>
                      <a:pt x="54628" y="60085"/>
                      <a:pt x="54852" y="59498"/>
                    </a:cubicBezTo>
                    <a:cubicBezTo>
                      <a:pt x="55146" y="58703"/>
                      <a:pt x="55146" y="57822"/>
                      <a:pt x="54887" y="57027"/>
                    </a:cubicBezTo>
                    <a:cubicBezTo>
                      <a:pt x="54127" y="54642"/>
                      <a:pt x="54922" y="53017"/>
                      <a:pt x="57116" y="51894"/>
                    </a:cubicBezTo>
                    <a:cubicBezTo>
                      <a:pt x="58291" y="51307"/>
                      <a:pt x="59328" y="50442"/>
                      <a:pt x="60469" y="49786"/>
                    </a:cubicBezTo>
                    <a:cubicBezTo>
                      <a:pt x="62128" y="48818"/>
                      <a:pt x="61575" y="46641"/>
                      <a:pt x="63096" y="45448"/>
                    </a:cubicBezTo>
                    <a:cubicBezTo>
                      <a:pt x="64720" y="44169"/>
                      <a:pt x="65757" y="42113"/>
                      <a:pt x="68194" y="42061"/>
                    </a:cubicBezTo>
                    <a:cubicBezTo>
                      <a:pt x="68574" y="42044"/>
                      <a:pt x="69006" y="41888"/>
                      <a:pt x="69075" y="41456"/>
                    </a:cubicBezTo>
                    <a:cubicBezTo>
                      <a:pt x="69369" y="39711"/>
                      <a:pt x="70924" y="39417"/>
                      <a:pt x="72151" y="38760"/>
                    </a:cubicBezTo>
                    <a:cubicBezTo>
                      <a:pt x="72321" y="38667"/>
                      <a:pt x="72565" y="38512"/>
                      <a:pt x="72753" y="38512"/>
                    </a:cubicBezTo>
                    <a:cubicBezTo>
                      <a:pt x="72950" y="38512"/>
                      <a:pt x="73086" y="38680"/>
                      <a:pt x="73015" y="39261"/>
                    </a:cubicBezTo>
                    <a:cubicBezTo>
                      <a:pt x="72956" y="39796"/>
                      <a:pt x="73330" y="40078"/>
                      <a:pt x="73743" y="40078"/>
                    </a:cubicBezTo>
                    <a:cubicBezTo>
                      <a:pt x="73931" y="40078"/>
                      <a:pt x="74127" y="40020"/>
                      <a:pt x="74294" y="39901"/>
                    </a:cubicBezTo>
                    <a:cubicBezTo>
                      <a:pt x="75746" y="38898"/>
                      <a:pt x="77457" y="38501"/>
                      <a:pt x="78995" y="37723"/>
                    </a:cubicBezTo>
                    <a:cubicBezTo>
                      <a:pt x="79738" y="37326"/>
                      <a:pt x="80291" y="36773"/>
                      <a:pt x="79790" y="35995"/>
                    </a:cubicBezTo>
                    <a:cubicBezTo>
                      <a:pt x="79597" y="35708"/>
                      <a:pt x="79414" y="35603"/>
                      <a:pt x="79239" y="35603"/>
                    </a:cubicBezTo>
                    <a:cubicBezTo>
                      <a:pt x="78865" y="35603"/>
                      <a:pt x="78524" y="36083"/>
                      <a:pt x="78183" y="36306"/>
                    </a:cubicBezTo>
                    <a:cubicBezTo>
                      <a:pt x="77820" y="36545"/>
                      <a:pt x="77447" y="36741"/>
                      <a:pt x="77083" y="36741"/>
                    </a:cubicBezTo>
                    <a:cubicBezTo>
                      <a:pt x="76789" y="36741"/>
                      <a:pt x="76501" y="36612"/>
                      <a:pt x="76230" y="36272"/>
                    </a:cubicBezTo>
                    <a:cubicBezTo>
                      <a:pt x="75677" y="35563"/>
                      <a:pt x="76126" y="35148"/>
                      <a:pt x="76731" y="34751"/>
                    </a:cubicBezTo>
                    <a:cubicBezTo>
                      <a:pt x="77318" y="34371"/>
                      <a:pt x="77284" y="33818"/>
                      <a:pt x="77025" y="33196"/>
                    </a:cubicBezTo>
                    <a:cubicBezTo>
                      <a:pt x="76921" y="32919"/>
                      <a:pt x="76161" y="33023"/>
                      <a:pt x="76593" y="32643"/>
                    </a:cubicBezTo>
                    <a:cubicBezTo>
                      <a:pt x="76708" y="32536"/>
                      <a:pt x="76805" y="32492"/>
                      <a:pt x="76888" y="32492"/>
                    </a:cubicBezTo>
                    <a:cubicBezTo>
                      <a:pt x="77143" y="32492"/>
                      <a:pt x="77279" y="32892"/>
                      <a:pt x="77474" y="33126"/>
                    </a:cubicBezTo>
                    <a:cubicBezTo>
                      <a:pt x="77830" y="33563"/>
                      <a:pt x="78559" y="33892"/>
                      <a:pt x="79019" y="33892"/>
                    </a:cubicBezTo>
                    <a:cubicBezTo>
                      <a:pt x="79251" y="33892"/>
                      <a:pt x="79415" y="33808"/>
                      <a:pt x="79427" y="33610"/>
                    </a:cubicBezTo>
                    <a:cubicBezTo>
                      <a:pt x="79485" y="32639"/>
                      <a:pt x="79866" y="32465"/>
                      <a:pt x="80317" y="32465"/>
                    </a:cubicBezTo>
                    <a:cubicBezTo>
                      <a:pt x="80569" y="32465"/>
                      <a:pt x="80843" y="32519"/>
                      <a:pt x="81095" y="32519"/>
                    </a:cubicBezTo>
                    <a:cubicBezTo>
                      <a:pt x="81194" y="32519"/>
                      <a:pt x="81290" y="32511"/>
                      <a:pt x="81380" y="32487"/>
                    </a:cubicBezTo>
                    <a:cubicBezTo>
                      <a:pt x="81894" y="32340"/>
                      <a:pt x="82271" y="31830"/>
                      <a:pt x="82830" y="31830"/>
                    </a:cubicBezTo>
                    <a:cubicBezTo>
                      <a:pt x="82928" y="31830"/>
                      <a:pt x="83031" y="31846"/>
                      <a:pt x="83142" y="31882"/>
                    </a:cubicBezTo>
                    <a:cubicBezTo>
                      <a:pt x="82658" y="32470"/>
                      <a:pt x="82192" y="33075"/>
                      <a:pt x="81708" y="33679"/>
                    </a:cubicBezTo>
                    <a:cubicBezTo>
                      <a:pt x="81604" y="33766"/>
                      <a:pt x="81483" y="33835"/>
                      <a:pt x="81362" y="33904"/>
                    </a:cubicBezTo>
                    <a:cubicBezTo>
                      <a:pt x="81034" y="34129"/>
                      <a:pt x="80775" y="34423"/>
                      <a:pt x="80878" y="34872"/>
                    </a:cubicBezTo>
                    <a:cubicBezTo>
                      <a:pt x="80999" y="35304"/>
                      <a:pt x="81380" y="35252"/>
                      <a:pt x="81673" y="35425"/>
                    </a:cubicBezTo>
                    <a:cubicBezTo>
                      <a:pt x="81973" y="35596"/>
                      <a:pt x="82292" y="35648"/>
                      <a:pt x="82615" y="35648"/>
                    </a:cubicBezTo>
                    <a:cubicBezTo>
                      <a:pt x="83130" y="35648"/>
                      <a:pt x="83658" y="35514"/>
                      <a:pt x="84141" y="35514"/>
                    </a:cubicBezTo>
                    <a:cubicBezTo>
                      <a:pt x="84489" y="35514"/>
                      <a:pt x="84814" y="35584"/>
                      <a:pt x="85095" y="35822"/>
                    </a:cubicBezTo>
                    <a:cubicBezTo>
                      <a:pt x="85535" y="36187"/>
                      <a:pt x="85875" y="36332"/>
                      <a:pt x="86134" y="36332"/>
                    </a:cubicBezTo>
                    <a:cubicBezTo>
                      <a:pt x="86710" y="36332"/>
                      <a:pt x="86887" y="35618"/>
                      <a:pt x="86875" y="35010"/>
                    </a:cubicBezTo>
                    <a:cubicBezTo>
                      <a:pt x="86858" y="34215"/>
                      <a:pt x="87601" y="32729"/>
                      <a:pt x="85665" y="32625"/>
                    </a:cubicBezTo>
                    <a:cubicBezTo>
                      <a:pt x="84991" y="32591"/>
                      <a:pt x="85130" y="31986"/>
                      <a:pt x="85596" y="31485"/>
                    </a:cubicBezTo>
                    <a:cubicBezTo>
                      <a:pt x="87186" y="29791"/>
                      <a:pt x="86650" y="27527"/>
                      <a:pt x="84508" y="26767"/>
                    </a:cubicBezTo>
                    <a:cubicBezTo>
                      <a:pt x="84006" y="26594"/>
                      <a:pt x="83557" y="26214"/>
                      <a:pt x="83661" y="25834"/>
                    </a:cubicBezTo>
                    <a:cubicBezTo>
                      <a:pt x="83972" y="24503"/>
                      <a:pt x="83039" y="23432"/>
                      <a:pt x="83090" y="22170"/>
                    </a:cubicBezTo>
                    <a:cubicBezTo>
                      <a:pt x="83108" y="21773"/>
                      <a:pt x="83073" y="21375"/>
                      <a:pt x="82624" y="21220"/>
                    </a:cubicBezTo>
                    <a:cubicBezTo>
                      <a:pt x="82529" y="21188"/>
                      <a:pt x="82437" y="21174"/>
                      <a:pt x="82348" y="21174"/>
                    </a:cubicBezTo>
                    <a:cubicBezTo>
                      <a:pt x="82049" y="21174"/>
                      <a:pt x="81787" y="21339"/>
                      <a:pt x="81587" y="21565"/>
                    </a:cubicBezTo>
                    <a:cubicBezTo>
                      <a:pt x="81086" y="22135"/>
                      <a:pt x="80464" y="22602"/>
                      <a:pt x="79755" y="22913"/>
                    </a:cubicBezTo>
                    <a:cubicBezTo>
                      <a:pt x="79583" y="22995"/>
                      <a:pt x="79411" y="23071"/>
                      <a:pt x="79247" y="23071"/>
                    </a:cubicBezTo>
                    <a:cubicBezTo>
                      <a:pt x="79097" y="23071"/>
                      <a:pt x="78954" y="23008"/>
                      <a:pt x="78822" y="22827"/>
                    </a:cubicBezTo>
                    <a:cubicBezTo>
                      <a:pt x="78563" y="22498"/>
                      <a:pt x="78753" y="22274"/>
                      <a:pt x="78960" y="22015"/>
                    </a:cubicBezTo>
                    <a:cubicBezTo>
                      <a:pt x="79496" y="21254"/>
                      <a:pt x="79254" y="20736"/>
                      <a:pt x="78459" y="20338"/>
                    </a:cubicBezTo>
                    <a:cubicBezTo>
                      <a:pt x="78131" y="20165"/>
                      <a:pt x="77837" y="19941"/>
                      <a:pt x="77578" y="19664"/>
                    </a:cubicBezTo>
                    <a:cubicBezTo>
                      <a:pt x="77168" y="19146"/>
                      <a:pt x="76356" y="18913"/>
                      <a:pt x="75491" y="18913"/>
                    </a:cubicBezTo>
                    <a:cubicBezTo>
                      <a:pt x="74278" y="18913"/>
                      <a:pt x="72961" y="19371"/>
                      <a:pt x="72497" y="20148"/>
                    </a:cubicBezTo>
                    <a:cubicBezTo>
                      <a:pt x="72065" y="20874"/>
                      <a:pt x="71788" y="21824"/>
                      <a:pt x="70803" y="22170"/>
                    </a:cubicBezTo>
                    <a:cubicBezTo>
                      <a:pt x="70354" y="22326"/>
                      <a:pt x="70043" y="22792"/>
                      <a:pt x="70337" y="23276"/>
                    </a:cubicBezTo>
                    <a:cubicBezTo>
                      <a:pt x="71356" y="25004"/>
                      <a:pt x="70043" y="25488"/>
                      <a:pt x="68902" y="26024"/>
                    </a:cubicBezTo>
                    <a:cubicBezTo>
                      <a:pt x="67693" y="26577"/>
                      <a:pt x="66241" y="26801"/>
                      <a:pt x="66345" y="28685"/>
                    </a:cubicBezTo>
                    <a:cubicBezTo>
                      <a:pt x="66379" y="29117"/>
                      <a:pt x="65895" y="29601"/>
                      <a:pt x="65584" y="30016"/>
                    </a:cubicBezTo>
                    <a:cubicBezTo>
                      <a:pt x="65442" y="30197"/>
                      <a:pt x="65232" y="30465"/>
                      <a:pt x="64983" y="30465"/>
                    </a:cubicBezTo>
                    <a:cubicBezTo>
                      <a:pt x="64899" y="30465"/>
                      <a:pt x="64811" y="30435"/>
                      <a:pt x="64720" y="30361"/>
                    </a:cubicBezTo>
                    <a:cubicBezTo>
                      <a:pt x="64409" y="30120"/>
                      <a:pt x="64288" y="29705"/>
                      <a:pt x="64409" y="29342"/>
                    </a:cubicBezTo>
                    <a:cubicBezTo>
                      <a:pt x="64893" y="27596"/>
                      <a:pt x="65083" y="25989"/>
                      <a:pt x="62508" y="25903"/>
                    </a:cubicBezTo>
                    <a:cubicBezTo>
                      <a:pt x="62249" y="25903"/>
                      <a:pt x="61938" y="25644"/>
                      <a:pt x="61748" y="25436"/>
                    </a:cubicBezTo>
                    <a:cubicBezTo>
                      <a:pt x="61084" y="24759"/>
                      <a:pt x="60400" y="24243"/>
                      <a:pt x="59552" y="24243"/>
                    </a:cubicBezTo>
                    <a:cubicBezTo>
                      <a:pt x="59252" y="24243"/>
                      <a:pt x="58932" y="24307"/>
                      <a:pt x="58585" y="24451"/>
                    </a:cubicBezTo>
                    <a:cubicBezTo>
                      <a:pt x="58566" y="24457"/>
                      <a:pt x="58545" y="24459"/>
                      <a:pt x="58523" y="24459"/>
                    </a:cubicBezTo>
                    <a:cubicBezTo>
                      <a:pt x="58409" y="24459"/>
                      <a:pt x="58269" y="24394"/>
                      <a:pt x="58153" y="24365"/>
                    </a:cubicBezTo>
                    <a:cubicBezTo>
                      <a:pt x="58758" y="23501"/>
                      <a:pt x="57687" y="22429"/>
                      <a:pt x="58827" y="21462"/>
                    </a:cubicBezTo>
                    <a:cubicBezTo>
                      <a:pt x="61800" y="18990"/>
                      <a:pt x="65757" y="18558"/>
                      <a:pt x="68781" y="16294"/>
                    </a:cubicBezTo>
                    <a:lnTo>
                      <a:pt x="69455" y="15828"/>
                    </a:lnTo>
                    <a:cubicBezTo>
                      <a:pt x="70337" y="15586"/>
                      <a:pt x="71218" y="15206"/>
                      <a:pt x="72117" y="15119"/>
                    </a:cubicBezTo>
                    <a:cubicBezTo>
                      <a:pt x="74346" y="14912"/>
                      <a:pt x="75331" y="13910"/>
                      <a:pt x="75262" y="11767"/>
                    </a:cubicBezTo>
                    <a:cubicBezTo>
                      <a:pt x="75262" y="11596"/>
                      <a:pt x="75299" y="11543"/>
                      <a:pt x="75353" y="11543"/>
                    </a:cubicBezTo>
                    <a:cubicBezTo>
                      <a:pt x="75441" y="11543"/>
                      <a:pt x="75574" y="11687"/>
                      <a:pt x="75659" y="11698"/>
                    </a:cubicBezTo>
                    <a:cubicBezTo>
                      <a:pt x="76835" y="11749"/>
                      <a:pt x="77733" y="12683"/>
                      <a:pt x="78943" y="12752"/>
                    </a:cubicBezTo>
                    <a:cubicBezTo>
                      <a:pt x="79461" y="12769"/>
                      <a:pt x="79945" y="13391"/>
                      <a:pt x="80412" y="13789"/>
                    </a:cubicBezTo>
                    <a:cubicBezTo>
                      <a:pt x="80395" y="13944"/>
                      <a:pt x="80325" y="14082"/>
                      <a:pt x="80204" y="14203"/>
                    </a:cubicBezTo>
                    <a:cubicBezTo>
                      <a:pt x="79099" y="14649"/>
                      <a:pt x="78211" y="15599"/>
                      <a:pt x="76924" y="15599"/>
                    </a:cubicBezTo>
                    <a:cubicBezTo>
                      <a:pt x="76763" y="15599"/>
                      <a:pt x="76595" y="15584"/>
                      <a:pt x="76420" y="15551"/>
                    </a:cubicBezTo>
                    <a:cubicBezTo>
                      <a:pt x="76325" y="15534"/>
                      <a:pt x="76229" y="15525"/>
                      <a:pt x="76135" y="15525"/>
                    </a:cubicBezTo>
                    <a:cubicBezTo>
                      <a:pt x="75478" y="15525"/>
                      <a:pt x="74895" y="15947"/>
                      <a:pt x="74985" y="16778"/>
                    </a:cubicBezTo>
                    <a:cubicBezTo>
                      <a:pt x="75041" y="17437"/>
                      <a:pt x="75422" y="17620"/>
                      <a:pt x="75866" y="17620"/>
                    </a:cubicBezTo>
                    <a:cubicBezTo>
                      <a:pt x="76109" y="17620"/>
                      <a:pt x="76372" y="17565"/>
                      <a:pt x="76610" y="17504"/>
                    </a:cubicBezTo>
                    <a:cubicBezTo>
                      <a:pt x="76822" y="17451"/>
                      <a:pt x="77015" y="17425"/>
                      <a:pt x="77193" y="17425"/>
                    </a:cubicBezTo>
                    <a:cubicBezTo>
                      <a:pt x="77828" y="17425"/>
                      <a:pt x="78286" y="17750"/>
                      <a:pt x="78839" y="18316"/>
                    </a:cubicBezTo>
                    <a:cubicBezTo>
                      <a:pt x="79617" y="19094"/>
                      <a:pt x="80723" y="19612"/>
                      <a:pt x="81794" y="19993"/>
                    </a:cubicBezTo>
                    <a:cubicBezTo>
                      <a:pt x="81906" y="20034"/>
                      <a:pt x="82005" y="20053"/>
                      <a:pt x="82094" y="20053"/>
                    </a:cubicBezTo>
                    <a:cubicBezTo>
                      <a:pt x="82595" y="20053"/>
                      <a:pt x="82747" y="19445"/>
                      <a:pt x="82762" y="18887"/>
                    </a:cubicBezTo>
                    <a:cubicBezTo>
                      <a:pt x="82805" y="18878"/>
                      <a:pt x="82849" y="18874"/>
                      <a:pt x="82892" y="18874"/>
                    </a:cubicBezTo>
                    <a:cubicBezTo>
                      <a:pt x="82935" y="18874"/>
                      <a:pt x="82978" y="18878"/>
                      <a:pt x="83021" y="18887"/>
                    </a:cubicBezTo>
                    <a:cubicBezTo>
                      <a:pt x="83375" y="18985"/>
                      <a:pt x="83662" y="19030"/>
                      <a:pt x="83892" y="19030"/>
                    </a:cubicBezTo>
                    <a:cubicBezTo>
                      <a:pt x="85038" y="19030"/>
                      <a:pt x="84816" y="17932"/>
                      <a:pt x="84629" y="16882"/>
                    </a:cubicBezTo>
                    <a:cubicBezTo>
                      <a:pt x="84577" y="16588"/>
                      <a:pt x="84404" y="16122"/>
                      <a:pt x="84525" y="16018"/>
                    </a:cubicBezTo>
                    <a:cubicBezTo>
                      <a:pt x="84606" y="15948"/>
                      <a:pt x="84680" y="15920"/>
                      <a:pt x="84749" y="15920"/>
                    </a:cubicBezTo>
                    <a:cubicBezTo>
                      <a:pt x="84985" y="15920"/>
                      <a:pt x="85161" y="16252"/>
                      <a:pt x="85389" y="16346"/>
                    </a:cubicBezTo>
                    <a:cubicBezTo>
                      <a:pt x="85637" y="16436"/>
                      <a:pt x="85876" y="16474"/>
                      <a:pt x="86110" y="16474"/>
                    </a:cubicBezTo>
                    <a:cubicBezTo>
                      <a:pt x="86771" y="16474"/>
                      <a:pt x="87381" y="16174"/>
                      <a:pt x="87981" y="15931"/>
                    </a:cubicBezTo>
                    <a:cubicBezTo>
                      <a:pt x="88344" y="15793"/>
                      <a:pt x="88500" y="15275"/>
                      <a:pt x="88258" y="15033"/>
                    </a:cubicBezTo>
                    <a:cubicBezTo>
                      <a:pt x="87065" y="13754"/>
                      <a:pt x="85976" y="12406"/>
                      <a:pt x="84819" y="11110"/>
                    </a:cubicBezTo>
                    <a:cubicBezTo>
                      <a:pt x="84162" y="10350"/>
                      <a:pt x="83160" y="9779"/>
                      <a:pt x="82537" y="8915"/>
                    </a:cubicBezTo>
                    <a:cubicBezTo>
                      <a:pt x="82209" y="8379"/>
                      <a:pt x="81639" y="8034"/>
                      <a:pt x="81017" y="7999"/>
                    </a:cubicBezTo>
                    <a:cubicBezTo>
                      <a:pt x="80983" y="7995"/>
                      <a:pt x="80950" y="7994"/>
                      <a:pt x="80916" y="7994"/>
                    </a:cubicBezTo>
                    <a:cubicBezTo>
                      <a:pt x="80688" y="7994"/>
                      <a:pt x="80453" y="8074"/>
                      <a:pt x="80228" y="8074"/>
                    </a:cubicBezTo>
                    <a:cubicBezTo>
                      <a:pt x="80056" y="8074"/>
                      <a:pt x="79890" y="8027"/>
                      <a:pt x="79738" y="7861"/>
                    </a:cubicBezTo>
                    <a:cubicBezTo>
                      <a:pt x="80170" y="7757"/>
                      <a:pt x="80602" y="7654"/>
                      <a:pt x="81017" y="7585"/>
                    </a:cubicBezTo>
                    <a:cubicBezTo>
                      <a:pt x="81518" y="7481"/>
                      <a:pt x="82192" y="7567"/>
                      <a:pt x="82226" y="6859"/>
                    </a:cubicBezTo>
                    <a:cubicBezTo>
                      <a:pt x="82278" y="6202"/>
                      <a:pt x="81673" y="6167"/>
                      <a:pt x="81207" y="6046"/>
                    </a:cubicBezTo>
                    <a:cubicBezTo>
                      <a:pt x="81086" y="6012"/>
                      <a:pt x="80948" y="5960"/>
                      <a:pt x="80844" y="5891"/>
                    </a:cubicBezTo>
                    <a:cubicBezTo>
                      <a:pt x="80958" y="5878"/>
                      <a:pt x="81101" y="5837"/>
                      <a:pt x="81223" y="5837"/>
                    </a:cubicBezTo>
                    <a:cubicBezTo>
                      <a:pt x="81267" y="5837"/>
                      <a:pt x="81309" y="5843"/>
                      <a:pt x="81345" y="5856"/>
                    </a:cubicBezTo>
                    <a:cubicBezTo>
                      <a:pt x="81816" y="6065"/>
                      <a:pt x="82272" y="6151"/>
                      <a:pt x="82714" y="6151"/>
                    </a:cubicBezTo>
                    <a:cubicBezTo>
                      <a:pt x="83993" y="6151"/>
                      <a:pt x="85157" y="5437"/>
                      <a:pt x="86236" y="4923"/>
                    </a:cubicBezTo>
                    <a:cubicBezTo>
                      <a:pt x="89182" y="3528"/>
                      <a:pt x="92334" y="3094"/>
                      <a:pt x="95401" y="2235"/>
                    </a:cubicBezTo>
                    <a:lnTo>
                      <a:pt x="95401" y="2235"/>
                    </a:lnTo>
                    <a:cubicBezTo>
                      <a:pt x="93986" y="3267"/>
                      <a:pt x="92263" y="3834"/>
                      <a:pt x="90504" y="3834"/>
                    </a:cubicBezTo>
                    <a:cubicBezTo>
                      <a:pt x="90401" y="3834"/>
                      <a:pt x="90295" y="3831"/>
                      <a:pt x="90191" y="3831"/>
                    </a:cubicBezTo>
                    <a:cubicBezTo>
                      <a:pt x="89827" y="3831"/>
                      <a:pt x="89479" y="3873"/>
                      <a:pt x="89277" y="4249"/>
                    </a:cubicBezTo>
                    <a:cubicBezTo>
                      <a:pt x="89018" y="4802"/>
                      <a:pt x="89467" y="5113"/>
                      <a:pt x="89744" y="5528"/>
                    </a:cubicBezTo>
                    <a:cubicBezTo>
                      <a:pt x="90251" y="6307"/>
                      <a:pt x="90887" y="6586"/>
                      <a:pt x="91608" y="6586"/>
                    </a:cubicBezTo>
                    <a:cubicBezTo>
                      <a:pt x="91943" y="6586"/>
                      <a:pt x="92297" y="6525"/>
                      <a:pt x="92664" y="6427"/>
                    </a:cubicBezTo>
                    <a:cubicBezTo>
                      <a:pt x="93037" y="6322"/>
                      <a:pt x="93404" y="6272"/>
                      <a:pt x="93755" y="6272"/>
                    </a:cubicBezTo>
                    <a:cubicBezTo>
                      <a:pt x="95314" y="6272"/>
                      <a:pt x="96561" y="7243"/>
                      <a:pt x="96518" y="8639"/>
                    </a:cubicBezTo>
                    <a:cubicBezTo>
                      <a:pt x="96501" y="9123"/>
                      <a:pt x="96000" y="9710"/>
                      <a:pt x="96155" y="10073"/>
                    </a:cubicBezTo>
                    <a:cubicBezTo>
                      <a:pt x="96656" y="11300"/>
                      <a:pt x="95758" y="12302"/>
                      <a:pt x="95378" y="13045"/>
                    </a:cubicBezTo>
                    <a:cubicBezTo>
                      <a:pt x="94393" y="15016"/>
                      <a:pt x="93649" y="16709"/>
                      <a:pt x="95412" y="18541"/>
                    </a:cubicBezTo>
                    <a:cubicBezTo>
                      <a:pt x="95602" y="18714"/>
                      <a:pt x="95723" y="18938"/>
                      <a:pt x="95758" y="19180"/>
                    </a:cubicBezTo>
                    <a:cubicBezTo>
                      <a:pt x="95810" y="21358"/>
                      <a:pt x="97901" y="20788"/>
                      <a:pt x="99007" y="21479"/>
                    </a:cubicBezTo>
                    <a:cubicBezTo>
                      <a:pt x="99192" y="21597"/>
                      <a:pt x="99367" y="21648"/>
                      <a:pt x="99531" y="21648"/>
                    </a:cubicBezTo>
                    <a:cubicBezTo>
                      <a:pt x="100207" y="21648"/>
                      <a:pt x="100708" y="20784"/>
                      <a:pt x="101098" y="20200"/>
                    </a:cubicBezTo>
                    <a:cubicBezTo>
                      <a:pt x="102256" y="18472"/>
                      <a:pt x="104088" y="17055"/>
                      <a:pt x="105729" y="16536"/>
                    </a:cubicBezTo>
                    <a:cubicBezTo>
                      <a:pt x="109220" y="15396"/>
                      <a:pt x="112486" y="13547"/>
                      <a:pt x="116254" y="13115"/>
                    </a:cubicBezTo>
                    <a:cubicBezTo>
                      <a:pt x="117965" y="12907"/>
                      <a:pt x="119935" y="12320"/>
                      <a:pt x="120021" y="9883"/>
                    </a:cubicBezTo>
                    <a:cubicBezTo>
                      <a:pt x="120021" y="9693"/>
                      <a:pt x="120349" y="9485"/>
                      <a:pt x="120557" y="9330"/>
                    </a:cubicBezTo>
                    <a:cubicBezTo>
                      <a:pt x="121663" y="8552"/>
                      <a:pt x="123132" y="8034"/>
                      <a:pt x="122631" y="6202"/>
                    </a:cubicBezTo>
                    <a:cubicBezTo>
                      <a:pt x="122594" y="6055"/>
                      <a:pt x="122626" y="6020"/>
                      <a:pt x="122682" y="6020"/>
                    </a:cubicBezTo>
                    <a:cubicBezTo>
                      <a:pt x="122731" y="6020"/>
                      <a:pt x="122799" y="6046"/>
                      <a:pt x="122855" y="6046"/>
                    </a:cubicBezTo>
                    <a:cubicBezTo>
                      <a:pt x="122928" y="6051"/>
                      <a:pt x="122998" y="6053"/>
                      <a:pt x="123064" y="6053"/>
                    </a:cubicBezTo>
                    <a:cubicBezTo>
                      <a:pt x="124269" y="6053"/>
                      <a:pt x="124381" y="5321"/>
                      <a:pt x="123840" y="4387"/>
                    </a:cubicBezTo>
                    <a:cubicBezTo>
                      <a:pt x="123581" y="3921"/>
                      <a:pt x="123875" y="3955"/>
                      <a:pt x="124048" y="3817"/>
                    </a:cubicBezTo>
                    <a:cubicBezTo>
                      <a:pt x="125240" y="2867"/>
                      <a:pt x="126640" y="2728"/>
                      <a:pt x="128092" y="2659"/>
                    </a:cubicBezTo>
                    <a:cubicBezTo>
                      <a:pt x="128575" y="2625"/>
                      <a:pt x="129180" y="2521"/>
                      <a:pt x="129249" y="1934"/>
                    </a:cubicBezTo>
                    <a:cubicBezTo>
                      <a:pt x="129301" y="1363"/>
                      <a:pt x="128714" y="1242"/>
                      <a:pt x="128299" y="1190"/>
                    </a:cubicBezTo>
                    <a:cubicBezTo>
                      <a:pt x="125707" y="948"/>
                      <a:pt x="123132" y="430"/>
                      <a:pt x="120557" y="171"/>
                    </a:cubicBezTo>
                    <a:cubicBezTo>
                      <a:pt x="119360" y="50"/>
                      <a:pt x="118163" y="0"/>
                      <a:pt x="11696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5" name="Google Shape;4643;p64">
                <a:extLst>
                  <a:ext uri="{FF2B5EF4-FFF2-40B4-BE49-F238E27FC236}">
                    <a16:creationId xmlns:a16="http://schemas.microsoft.com/office/drawing/2014/main" id="{7A75BA0C-FAFF-D218-A44A-96CB445EDBD7}"/>
                  </a:ext>
                </a:extLst>
              </p:cNvPr>
              <p:cNvSpPr/>
              <p:nvPr/>
            </p:nvSpPr>
            <p:spPr>
              <a:xfrm>
                <a:off x="1581325" y="1051125"/>
                <a:ext cx="283000" cy="91675"/>
              </a:xfrm>
              <a:custGeom>
                <a:avLst/>
                <a:gdLst/>
                <a:ahLst/>
                <a:cxnLst/>
                <a:rect l="l" t="t" r="r" b="b"/>
                <a:pathLst>
                  <a:path w="11320" h="3667" extrusionOk="0">
                    <a:moveTo>
                      <a:pt x="6214" y="0"/>
                    </a:moveTo>
                    <a:cubicBezTo>
                      <a:pt x="5926" y="0"/>
                      <a:pt x="5584" y="48"/>
                      <a:pt x="5219" y="71"/>
                    </a:cubicBezTo>
                    <a:cubicBezTo>
                      <a:pt x="5082" y="56"/>
                      <a:pt x="4943" y="49"/>
                      <a:pt x="4804" y="49"/>
                    </a:cubicBezTo>
                    <a:cubicBezTo>
                      <a:pt x="3493" y="49"/>
                      <a:pt x="2115" y="667"/>
                      <a:pt x="709" y="1073"/>
                    </a:cubicBezTo>
                    <a:cubicBezTo>
                      <a:pt x="432" y="1177"/>
                      <a:pt x="208" y="1401"/>
                      <a:pt x="69" y="1678"/>
                    </a:cubicBezTo>
                    <a:cubicBezTo>
                      <a:pt x="0" y="1781"/>
                      <a:pt x="242" y="2213"/>
                      <a:pt x="363" y="2231"/>
                    </a:cubicBezTo>
                    <a:cubicBezTo>
                      <a:pt x="2163" y="2438"/>
                      <a:pt x="3786" y="3667"/>
                      <a:pt x="5640" y="3667"/>
                    </a:cubicBezTo>
                    <a:cubicBezTo>
                      <a:pt x="6100" y="3667"/>
                      <a:pt x="6574" y="3591"/>
                      <a:pt x="7068" y="3406"/>
                    </a:cubicBezTo>
                    <a:cubicBezTo>
                      <a:pt x="7396" y="3281"/>
                      <a:pt x="7767" y="3236"/>
                      <a:pt x="8142" y="3236"/>
                    </a:cubicBezTo>
                    <a:cubicBezTo>
                      <a:pt x="8439" y="3236"/>
                      <a:pt x="8738" y="3264"/>
                      <a:pt x="9021" y="3302"/>
                    </a:cubicBezTo>
                    <a:cubicBezTo>
                      <a:pt x="9277" y="3340"/>
                      <a:pt x="9523" y="3370"/>
                      <a:pt x="9759" y="3370"/>
                    </a:cubicBezTo>
                    <a:cubicBezTo>
                      <a:pt x="10271" y="3370"/>
                      <a:pt x="10728" y="3229"/>
                      <a:pt x="11095" y="2732"/>
                    </a:cubicBezTo>
                    <a:cubicBezTo>
                      <a:pt x="11320" y="2473"/>
                      <a:pt x="11268" y="2075"/>
                      <a:pt x="10991" y="1885"/>
                    </a:cubicBezTo>
                    <a:cubicBezTo>
                      <a:pt x="10479" y="1524"/>
                      <a:pt x="10006" y="1077"/>
                      <a:pt x="9430" y="1077"/>
                    </a:cubicBezTo>
                    <a:cubicBezTo>
                      <a:pt x="9151" y="1077"/>
                      <a:pt x="8847" y="1182"/>
                      <a:pt x="8503" y="1453"/>
                    </a:cubicBezTo>
                    <a:cubicBezTo>
                      <a:pt x="8280" y="1626"/>
                      <a:pt x="7919" y="1737"/>
                      <a:pt x="7612" y="1737"/>
                    </a:cubicBezTo>
                    <a:cubicBezTo>
                      <a:pt x="7277" y="1737"/>
                      <a:pt x="7006" y="1605"/>
                      <a:pt x="7051" y="1280"/>
                    </a:cubicBezTo>
                    <a:cubicBezTo>
                      <a:pt x="7179" y="207"/>
                      <a:pt x="6812" y="0"/>
                      <a:pt x="62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6" name="Google Shape;4644;p64">
                <a:extLst>
                  <a:ext uri="{FF2B5EF4-FFF2-40B4-BE49-F238E27FC236}">
                    <a16:creationId xmlns:a16="http://schemas.microsoft.com/office/drawing/2014/main" id="{B5D6B9FA-2E21-B9C3-923B-FD0C43326355}"/>
                  </a:ext>
                </a:extLst>
              </p:cNvPr>
              <p:cNvSpPr/>
              <p:nvPr/>
            </p:nvSpPr>
            <p:spPr>
              <a:xfrm>
                <a:off x="3144425" y="1319375"/>
                <a:ext cx="213450" cy="95575"/>
              </a:xfrm>
              <a:custGeom>
                <a:avLst/>
                <a:gdLst/>
                <a:ahLst/>
                <a:cxnLst/>
                <a:rect l="l" t="t" r="r" b="b"/>
                <a:pathLst>
                  <a:path w="8538" h="3823" extrusionOk="0">
                    <a:moveTo>
                      <a:pt x="6155" y="1"/>
                    </a:moveTo>
                    <a:cubicBezTo>
                      <a:pt x="6054" y="1"/>
                      <a:pt x="5950" y="7"/>
                      <a:pt x="5842" y="20"/>
                    </a:cubicBezTo>
                    <a:cubicBezTo>
                      <a:pt x="4846" y="139"/>
                      <a:pt x="3874" y="469"/>
                      <a:pt x="2859" y="469"/>
                    </a:cubicBezTo>
                    <a:cubicBezTo>
                      <a:pt x="2396" y="469"/>
                      <a:pt x="1923" y="400"/>
                      <a:pt x="1435" y="211"/>
                    </a:cubicBezTo>
                    <a:cubicBezTo>
                      <a:pt x="1292" y="150"/>
                      <a:pt x="1133" y="113"/>
                      <a:pt x="974" y="113"/>
                    </a:cubicBezTo>
                    <a:cubicBezTo>
                      <a:pt x="501" y="113"/>
                      <a:pt x="35" y="441"/>
                      <a:pt x="35" y="1438"/>
                    </a:cubicBezTo>
                    <a:cubicBezTo>
                      <a:pt x="1" y="3771"/>
                      <a:pt x="1573" y="3580"/>
                      <a:pt x="3025" y="3822"/>
                    </a:cubicBezTo>
                    <a:cubicBezTo>
                      <a:pt x="4338" y="3753"/>
                      <a:pt x="5617" y="3408"/>
                      <a:pt x="6792" y="2837"/>
                    </a:cubicBezTo>
                    <a:cubicBezTo>
                      <a:pt x="7415" y="2526"/>
                      <a:pt x="8538" y="2474"/>
                      <a:pt x="8192" y="1541"/>
                    </a:cubicBezTo>
                    <a:cubicBezTo>
                      <a:pt x="7892" y="720"/>
                      <a:pt x="7218" y="1"/>
                      <a:pt x="615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7" name="Google Shape;4645;p64">
                <a:extLst>
                  <a:ext uri="{FF2B5EF4-FFF2-40B4-BE49-F238E27FC236}">
                    <a16:creationId xmlns:a16="http://schemas.microsoft.com/office/drawing/2014/main" id="{93443451-E8E8-296A-D9A3-F7F2CBEA4C64}"/>
                  </a:ext>
                </a:extLst>
              </p:cNvPr>
              <p:cNvSpPr/>
              <p:nvPr/>
            </p:nvSpPr>
            <p:spPr>
              <a:xfrm>
                <a:off x="1453000" y="2509000"/>
                <a:ext cx="263575" cy="113100"/>
              </a:xfrm>
              <a:custGeom>
                <a:avLst/>
                <a:gdLst/>
                <a:ahLst/>
                <a:cxnLst/>
                <a:rect l="l" t="t" r="r" b="b"/>
                <a:pathLst>
                  <a:path w="10543" h="4524" extrusionOk="0">
                    <a:moveTo>
                      <a:pt x="3451" y="1"/>
                    </a:moveTo>
                    <a:cubicBezTo>
                      <a:pt x="2445" y="1"/>
                      <a:pt x="1486" y="228"/>
                      <a:pt x="761" y="702"/>
                    </a:cubicBezTo>
                    <a:cubicBezTo>
                      <a:pt x="398" y="927"/>
                      <a:pt x="1" y="1186"/>
                      <a:pt x="243" y="1687"/>
                    </a:cubicBezTo>
                    <a:cubicBezTo>
                      <a:pt x="390" y="1972"/>
                      <a:pt x="609" y="2083"/>
                      <a:pt x="855" y="2083"/>
                    </a:cubicBezTo>
                    <a:cubicBezTo>
                      <a:pt x="1012" y="2083"/>
                      <a:pt x="1180" y="2038"/>
                      <a:pt x="1349" y="1964"/>
                    </a:cubicBezTo>
                    <a:cubicBezTo>
                      <a:pt x="1677" y="1828"/>
                      <a:pt x="1990" y="1776"/>
                      <a:pt x="2298" y="1776"/>
                    </a:cubicBezTo>
                    <a:cubicBezTo>
                      <a:pt x="2932" y="1776"/>
                      <a:pt x="3543" y="1997"/>
                      <a:pt x="4217" y="2171"/>
                    </a:cubicBezTo>
                    <a:cubicBezTo>
                      <a:pt x="5708" y="2540"/>
                      <a:pt x="6405" y="4523"/>
                      <a:pt x="7868" y="4523"/>
                    </a:cubicBezTo>
                    <a:cubicBezTo>
                      <a:pt x="8118" y="4523"/>
                      <a:pt x="8391" y="4465"/>
                      <a:pt x="8693" y="4332"/>
                    </a:cubicBezTo>
                    <a:cubicBezTo>
                      <a:pt x="8824" y="4337"/>
                      <a:pt x="8947" y="4340"/>
                      <a:pt x="9062" y="4340"/>
                    </a:cubicBezTo>
                    <a:cubicBezTo>
                      <a:pt x="10032" y="4340"/>
                      <a:pt x="10475" y="4144"/>
                      <a:pt x="10491" y="3727"/>
                    </a:cubicBezTo>
                    <a:cubicBezTo>
                      <a:pt x="10542" y="2897"/>
                      <a:pt x="9817" y="2724"/>
                      <a:pt x="9264" y="2517"/>
                    </a:cubicBezTo>
                    <a:cubicBezTo>
                      <a:pt x="8711" y="2292"/>
                      <a:pt x="8209" y="1964"/>
                      <a:pt x="7777" y="1567"/>
                    </a:cubicBezTo>
                    <a:cubicBezTo>
                      <a:pt x="6685" y="547"/>
                      <a:pt x="5011" y="1"/>
                      <a:pt x="34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8" name="Google Shape;4646;p64">
                <a:extLst>
                  <a:ext uri="{FF2B5EF4-FFF2-40B4-BE49-F238E27FC236}">
                    <a16:creationId xmlns:a16="http://schemas.microsoft.com/office/drawing/2014/main" id="{85ECEE28-A5D2-4B20-BF73-C9551C4A5F14}"/>
                  </a:ext>
                </a:extLst>
              </p:cNvPr>
              <p:cNvSpPr/>
              <p:nvPr/>
            </p:nvSpPr>
            <p:spPr>
              <a:xfrm>
                <a:off x="1880725" y="1020350"/>
                <a:ext cx="162025" cy="112025"/>
              </a:xfrm>
              <a:custGeom>
                <a:avLst/>
                <a:gdLst/>
                <a:ahLst/>
                <a:cxnLst/>
                <a:rect l="l" t="t" r="r" b="b"/>
                <a:pathLst>
                  <a:path w="6481" h="4481" extrusionOk="0">
                    <a:moveTo>
                      <a:pt x="4294" y="0"/>
                    </a:moveTo>
                    <a:cubicBezTo>
                      <a:pt x="4062" y="0"/>
                      <a:pt x="3818" y="44"/>
                      <a:pt x="3560" y="144"/>
                    </a:cubicBezTo>
                    <a:cubicBezTo>
                      <a:pt x="3094" y="317"/>
                      <a:pt x="2593" y="541"/>
                      <a:pt x="2886" y="1198"/>
                    </a:cubicBezTo>
                    <a:cubicBezTo>
                      <a:pt x="3042" y="1509"/>
                      <a:pt x="3232" y="1820"/>
                      <a:pt x="3457" y="2114"/>
                    </a:cubicBezTo>
                    <a:cubicBezTo>
                      <a:pt x="3147" y="2260"/>
                      <a:pt x="2851" y="2348"/>
                      <a:pt x="2545" y="2348"/>
                    </a:cubicBezTo>
                    <a:cubicBezTo>
                      <a:pt x="2270" y="2348"/>
                      <a:pt x="1987" y="2277"/>
                      <a:pt x="1677" y="2114"/>
                    </a:cubicBezTo>
                    <a:cubicBezTo>
                      <a:pt x="1531" y="2037"/>
                      <a:pt x="1393" y="2002"/>
                      <a:pt x="1262" y="2002"/>
                    </a:cubicBezTo>
                    <a:cubicBezTo>
                      <a:pt x="867" y="2002"/>
                      <a:pt x="545" y="2320"/>
                      <a:pt x="311" y="2736"/>
                    </a:cubicBezTo>
                    <a:cubicBezTo>
                      <a:pt x="0" y="3289"/>
                      <a:pt x="467" y="3479"/>
                      <a:pt x="813" y="3807"/>
                    </a:cubicBezTo>
                    <a:cubicBezTo>
                      <a:pt x="1327" y="4309"/>
                      <a:pt x="1837" y="4480"/>
                      <a:pt x="2344" y="4480"/>
                    </a:cubicBezTo>
                    <a:cubicBezTo>
                      <a:pt x="3164" y="4480"/>
                      <a:pt x="3976" y="4032"/>
                      <a:pt x="4787" y="3807"/>
                    </a:cubicBezTo>
                    <a:lnTo>
                      <a:pt x="5081" y="3514"/>
                    </a:lnTo>
                    <a:cubicBezTo>
                      <a:pt x="5237" y="2788"/>
                      <a:pt x="5098" y="1924"/>
                      <a:pt x="6204" y="1734"/>
                    </a:cubicBezTo>
                    <a:cubicBezTo>
                      <a:pt x="6464" y="1699"/>
                      <a:pt x="6481" y="1129"/>
                      <a:pt x="6222" y="921"/>
                    </a:cubicBezTo>
                    <a:cubicBezTo>
                      <a:pt x="5644" y="436"/>
                      <a:pt x="5027" y="0"/>
                      <a:pt x="429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9" name="Google Shape;4647;p64">
                <a:extLst>
                  <a:ext uri="{FF2B5EF4-FFF2-40B4-BE49-F238E27FC236}">
                    <a16:creationId xmlns:a16="http://schemas.microsoft.com/office/drawing/2014/main" id="{29CC04B1-14FB-6A31-D323-2A07B3318CBF}"/>
                  </a:ext>
                </a:extLst>
              </p:cNvPr>
              <p:cNvSpPr/>
              <p:nvPr/>
            </p:nvSpPr>
            <p:spPr>
              <a:xfrm>
                <a:off x="1688900" y="2603450"/>
                <a:ext cx="165050" cy="73950"/>
              </a:xfrm>
              <a:custGeom>
                <a:avLst/>
                <a:gdLst/>
                <a:ahLst/>
                <a:cxnLst/>
                <a:rect l="l" t="t" r="r" b="b"/>
                <a:pathLst>
                  <a:path w="6602" h="2958" extrusionOk="0">
                    <a:moveTo>
                      <a:pt x="2842" y="0"/>
                    </a:moveTo>
                    <a:cubicBezTo>
                      <a:pt x="2588" y="0"/>
                      <a:pt x="2332" y="28"/>
                      <a:pt x="2074" y="87"/>
                    </a:cubicBezTo>
                    <a:cubicBezTo>
                      <a:pt x="1452" y="225"/>
                      <a:pt x="1055" y="1331"/>
                      <a:pt x="225" y="1694"/>
                    </a:cubicBezTo>
                    <a:cubicBezTo>
                      <a:pt x="0" y="1798"/>
                      <a:pt x="277" y="2247"/>
                      <a:pt x="536" y="2454"/>
                    </a:cubicBezTo>
                    <a:cubicBezTo>
                      <a:pt x="957" y="2789"/>
                      <a:pt x="2162" y="2958"/>
                      <a:pt x="3373" y="2958"/>
                    </a:cubicBezTo>
                    <a:cubicBezTo>
                      <a:pt x="4599" y="2958"/>
                      <a:pt x="5830" y="2785"/>
                      <a:pt x="6256" y="2437"/>
                    </a:cubicBezTo>
                    <a:cubicBezTo>
                      <a:pt x="6395" y="2282"/>
                      <a:pt x="6515" y="2109"/>
                      <a:pt x="6602" y="1919"/>
                    </a:cubicBezTo>
                    <a:cubicBezTo>
                      <a:pt x="6481" y="1711"/>
                      <a:pt x="6429" y="1469"/>
                      <a:pt x="6291" y="1366"/>
                    </a:cubicBezTo>
                    <a:cubicBezTo>
                      <a:pt x="5231" y="636"/>
                      <a:pt x="4065" y="0"/>
                      <a:pt x="284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60" name="Google Shape;4648;p64">
                <a:extLst>
                  <a:ext uri="{FF2B5EF4-FFF2-40B4-BE49-F238E27FC236}">
                    <a16:creationId xmlns:a16="http://schemas.microsoft.com/office/drawing/2014/main" id="{8F1F7E4D-C473-E2EF-1F73-1305FBE3E550}"/>
                  </a:ext>
                </a:extLst>
              </p:cNvPr>
              <p:cNvSpPr/>
              <p:nvPr/>
            </p:nvSpPr>
            <p:spPr>
              <a:xfrm>
                <a:off x="1922200" y="1344925"/>
                <a:ext cx="129625" cy="64525"/>
              </a:xfrm>
              <a:custGeom>
                <a:avLst/>
                <a:gdLst/>
                <a:ahLst/>
                <a:cxnLst/>
                <a:rect l="l" t="t" r="r" b="b"/>
                <a:pathLst>
                  <a:path w="5185" h="2581" extrusionOk="0">
                    <a:moveTo>
                      <a:pt x="1901" y="1"/>
                    </a:moveTo>
                    <a:lnTo>
                      <a:pt x="1227" y="467"/>
                    </a:lnTo>
                    <a:cubicBezTo>
                      <a:pt x="934" y="1020"/>
                      <a:pt x="0" y="1383"/>
                      <a:pt x="415" y="2144"/>
                    </a:cubicBezTo>
                    <a:cubicBezTo>
                      <a:pt x="602" y="2475"/>
                      <a:pt x="838" y="2581"/>
                      <a:pt x="1096" y="2581"/>
                    </a:cubicBezTo>
                    <a:cubicBezTo>
                      <a:pt x="1482" y="2581"/>
                      <a:pt x="1915" y="2344"/>
                      <a:pt x="2299" y="2282"/>
                    </a:cubicBezTo>
                    <a:cubicBezTo>
                      <a:pt x="2552" y="2236"/>
                      <a:pt x="2806" y="2213"/>
                      <a:pt x="3064" y="2213"/>
                    </a:cubicBezTo>
                    <a:cubicBezTo>
                      <a:pt x="3194" y="2213"/>
                      <a:pt x="3324" y="2219"/>
                      <a:pt x="3457" y="2230"/>
                    </a:cubicBezTo>
                    <a:cubicBezTo>
                      <a:pt x="3730" y="2245"/>
                      <a:pt x="4039" y="2324"/>
                      <a:pt x="4314" y="2324"/>
                    </a:cubicBezTo>
                    <a:cubicBezTo>
                      <a:pt x="4665" y="2324"/>
                      <a:pt x="4959" y="2195"/>
                      <a:pt x="5047" y="1643"/>
                    </a:cubicBezTo>
                    <a:cubicBezTo>
                      <a:pt x="5185" y="744"/>
                      <a:pt x="4563" y="277"/>
                      <a:pt x="3768" y="122"/>
                    </a:cubicBezTo>
                    <a:cubicBezTo>
                      <a:pt x="3146" y="35"/>
                      <a:pt x="2523" y="1"/>
                      <a:pt x="19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61" name="Google Shape;4649;p64">
                <a:extLst>
                  <a:ext uri="{FF2B5EF4-FFF2-40B4-BE49-F238E27FC236}">
                    <a16:creationId xmlns:a16="http://schemas.microsoft.com/office/drawing/2014/main" id="{B2507D31-E49A-8CAB-97CA-33B1D56C7E66}"/>
                  </a:ext>
                </a:extLst>
              </p:cNvPr>
              <p:cNvSpPr/>
              <p:nvPr/>
            </p:nvSpPr>
            <p:spPr>
              <a:xfrm>
                <a:off x="1787825" y="1030550"/>
                <a:ext cx="94250" cy="44825"/>
              </a:xfrm>
              <a:custGeom>
                <a:avLst/>
                <a:gdLst/>
                <a:ahLst/>
                <a:cxnLst/>
                <a:rect l="l" t="t" r="r" b="b"/>
                <a:pathLst>
                  <a:path w="3770" h="1793" extrusionOk="0">
                    <a:moveTo>
                      <a:pt x="2929" y="0"/>
                    </a:moveTo>
                    <a:cubicBezTo>
                      <a:pt x="2800" y="0"/>
                      <a:pt x="2676" y="17"/>
                      <a:pt x="2576" y="47"/>
                    </a:cubicBezTo>
                    <a:cubicBezTo>
                      <a:pt x="2412" y="93"/>
                      <a:pt x="2229" y="105"/>
                      <a:pt x="2039" y="105"/>
                    </a:cubicBezTo>
                    <a:cubicBezTo>
                      <a:pt x="1817" y="105"/>
                      <a:pt x="1584" y="88"/>
                      <a:pt x="1360" y="88"/>
                    </a:cubicBezTo>
                    <a:cubicBezTo>
                      <a:pt x="763" y="88"/>
                      <a:pt x="227" y="208"/>
                      <a:pt x="105" y="1084"/>
                    </a:cubicBezTo>
                    <a:cubicBezTo>
                      <a:pt x="1" y="1792"/>
                      <a:pt x="865" y="1688"/>
                      <a:pt x="1504" y="1740"/>
                    </a:cubicBezTo>
                    <a:cubicBezTo>
                      <a:pt x="2265" y="1568"/>
                      <a:pt x="3405" y="1792"/>
                      <a:pt x="3665" y="652"/>
                    </a:cubicBezTo>
                    <a:cubicBezTo>
                      <a:pt x="3769" y="167"/>
                      <a:pt x="3329" y="0"/>
                      <a:pt x="292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62" name="Google Shape;4650;p64">
                <a:extLst>
                  <a:ext uri="{FF2B5EF4-FFF2-40B4-BE49-F238E27FC236}">
                    <a16:creationId xmlns:a16="http://schemas.microsoft.com/office/drawing/2014/main" id="{52BC0BC9-C8B7-56F7-2265-E3AD0337A71F}"/>
                  </a:ext>
                </a:extLst>
              </p:cNvPr>
              <p:cNvSpPr/>
              <p:nvPr/>
            </p:nvSpPr>
            <p:spPr>
              <a:xfrm>
                <a:off x="1870350" y="2639275"/>
                <a:ext cx="59225" cy="44325"/>
              </a:xfrm>
              <a:custGeom>
                <a:avLst/>
                <a:gdLst/>
                <a:ahLst/>
                <a:cxnLst/>
                <a:rect l="l" t="t" r="r" b="b"/>
                <a:pathLst>
                  <a:path w="2369" h="1773" extrusionOk="0">
                    <a:moveTo>
                      <a:pt x="922" y="1"/>
                    </a:moveTo>
                    <a:cubicBezTo>
                      <a:pt x="435" y="1"/>
                      <a:pt x="1" y="156"/>
                      <a:pt x="1" y="762"/>
                    </a:cubicBezTo>
                    <a:cubicBezTo>
                      <a:pt x="1" y="1414"/>
                      <a:pt x="337" y="1773"/>
                      <a:pt x="982" y="1773"/>
                    </a:cubicBezTo>
                    <a:cubicBezTo>
                      <a:pt x="1038" y="1773"/>
                      <a:pt x="1097" y="1770"/>
                      <a:pt x="1158" y="1765"/>
                    </a:cubicBezTo>
                    <a:cubicBezTo>
                      <a:pt x="1711" y="1730"/>
                      <a:pt x="2368" y="1678"/>
                      <a:pt x="2299" y="901"/>
                    </a:cubicBezTo>
                    <a:cubicBezTo>
                      <a:pt x="2264" y="175"/>
                      <a:pt x="1642" y="2"/>
                      <a:pt x="1003" y="2"/>
                    </a:cubicBezTo>
                    <a:cubicBezTo>
                      <a:pt x="976" y="1"/>
                      <a:pt x="949" y="1"/>
                      <a:pt x="92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63" name="Google Shape;4651;p64">
                <a:extLst>
                  <a:ext uri="{FF2B5EF4-FFF2-40B4-BE49-F238E27FC236}">
                    <a16:creationId xmlns:a16="http://schemas.microsoft.com/office/drawing/2014/main" id="{F4C1EE93-6C94-21E9-82D8-7B22FAC77EFF}"/>
                  </a:ext>
                </a:extLst>
              </p:cNvPr>
              <p:cNvSpPr/>
              <p:nvPr/>
            </p:nvSpPr>
            <p:spPr>
              <a:xfrm>
                <a:off x="2264800" y="4630125"/>
                <a:ext cx="62675" cy="39225"/>
              </a:xfrm>
              <a:custGeom>
                <a:avLst/>
                <a:gdLst/>
                <a:ahLst/>
                <a:cxnLst/>
                <a:rect l="l" t="t" r="r" b="b"/>
                <a:pathLst>
                  <a:path w="2507" h="1569" extrusionOk="0">
                    <a:moveTo>
                      <a:pt x="1176" y="52"/>
                    </a:moveTo>
                    <a:cubicBezTo>
                      <a:pt x="675" y="87"/>
                      <a:pt x="1" y="1"/>
                      <a:pt x="1" y="813"/>
                    </a:cubicBezTo>
                    <a:cubicBezTo>
                      <a:pt x="1" y="1241"/>
                      <a:pt x="341" y="1568"/>
                      <a:pt x="742" y="1568"/>
                    </a:cubicBezTo>
                    <a:cubicBezTo>
                      <a:pt x="811" y="1568"/>
                      <a:pt x="881" y="1559"/>
                      <a:pt x="951" y="1539"/>
                    </a:cubicBezTo>
                    <a:cubicBezTo>
                      <a:pt x="1077" y="1515"/>
                      <a:pt x="1221" y="1513"/>
                      <a:pt x="1369" y="1513"/>
                    </a:cubicBezTo>
                    <a:cubicBezTo>
                      <a:pt x="1403" y="1513"/>
                      <a:pt x="1437" y="1513"/>
                      <a:pt x="1471" y="1513"/>
                    </a:cubicBezTo>
                    <a:cubicBezTo>
                      <a:pt x="1947" y="1513"/>
                      <a:pt x="2434" y="1491"/>
                      <a:pt x="2472" y="830"/>
                    </a:cubicBezTo>
                    <a:cubicBezTo>
                      <a:pt x="2506" y="52"/>
                      <a:pt x="1781" y="87"/>
                      <a:pt x="1176" y="52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120" name="Google Shape;4652;p64">
                <a:extLst>
                  <a:ext uri="{FF2B5EF4-FFF2-40B4-BE49-F238E27FC236}">
                    <a16:creationId xmlns:a16="http://schemas.microsoft.com/office/drawing/2014/main" id="{B43E4206-67E4-CE5E-1082-1EC4CAF70D0E}"/>
                  </a:ext>
                </a:extLst>
              </p:cNvPr>
              <p:cNvSpPr/>
              <p:nvPr/>
            </p:nvSpPr>
            <p:spPr>
              <a:xfrm>
                <a:off x="1604225" y="2645350"/>
                <a:ext cx="56175" cy="38275"/>
              </a:xfrm>
              <a:custGeom>
                <a:avLst/>
                <a:gdLst/>
                <a:ahLst/>
                <a:cxnLst/>
                <a:rect l="l" t="t" r="r" b="b"/>
                <a:pathLst>
                  <a:path w="2247" h="1531" extrusionOk="0">
                    <a:moveTo>
                      <a:pt x="1003" y="1"/>
                    </a:moveTo>
                    <a:cubicBezTo>
                      <a:pt x="536" y="35"/>
                      <a:pt x="0" y="1"/>
                      <a:pt x="17" y="554"/>
                    </a:cubicBezTo>
                    <a:cubicBezTo>
                      <a:pt x="17" y="1297"/>
                      <a:pt x="640" y="1452"/>
                      <a:pt x="1262" y="1522"/>
                    </a:cubicBezTo>
                    <a:cubicBezTo>
                      <a:pt x="1319" y="1528"/>
                      <a:pt x="1377" y="1531"/>
                      <a:pt x="1434" y="1531"/>
                    </a:cubicBezTo>
                    <a:cubicBezTo>
                      <a:pt x="1857" y="1531"/>
                      <a:pt x="2247" y="1352"/>
                      <a:pt x="2247" y="865"/>
                    </a:cubicBezTo>
                    <a:cubicBezTo>
                      <a:pt x="2247" y="18"/>
                      <a:pt x="1504" y="139"/>
                      <a:pt x="100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121" name="Google Shape;4653;p64">
                <a:extLst>
                  <a:ext uri="{FF2B5EF4-FFF2-40B4-BE49-F238E27FC236}">
                    <a16:creationId xmlns:a16="http://schemas.microsoft.com/office/drawing/2014/main" id="{20B6569A-352C-201F-0AC6-F660D80A173C}"/>
                  </a:ext>
                </a:extLst>
              </p:cNvPr>
              <p:cNvSpPr/>
              <p:nvPr/>
            </p:nvSpPr>
            <p:spPr>
              <a:xfrm>
                <a:off x="7045475" y="3384250"/>
                <a:ext cx="47375" cy="53550"/>
              </a:xfrm>
              <a:custGeom>
                <a:avLst/>
                <a:gdLst/>
                <a:ahLst/>
                <a:cxnLst/>
                <a:rect l="l" t="t" r="r" b="b"/>
                <a:pathLst>
                  <a:path w="1895" h="2142" extrusionOk="0">
                    <a:moveTo>
                      <a:pt x="416" y="1"/>
                    </a:moveTo>
                    <a:cubicBezTo>
                      <a:pt x="93" y="1"/>
                      <a:pt x="0" y="338"/>
                      <a:pt x="63" y="618"/>
                    </a:cubicBezTo>
                    <a:cubicBezTo>
                      <a:pt x="201" y="1292"/>
                      <a:pt x="339" y="2035"/>
                      <a:pt x="1203" y="2139"/>
                    </a:cubicBezTo>
                    <a:cubicBezTo>
                      <a:pt x="1224" y="2141"/>
                      <a:pt x="1245" y="2142"/>
                      <a:pt x="1265" y="2142"/>
                    </a:cubicBezTo>
                    <a:cubicBezTo>
                      <a:pt x="1645" y="2142"/>
                      <a:pt x="1895" y="1835"/>
                      <a:pt x="1895" y="1327"/>
                    </a:cubicBezTo>
                    <a:cubicBezTo>
                      <a:pt x="1670" y="705"/>
                      <a:pt x="1273" y="169"/>
                      <a:pt x="529" y="13"/>
                    </a:cubicBezTo>
                    <a:cubicBezTo>
                      <a:pt x="489" y="5"/>
                      <a:pt x="451" y="1"/>
                      <a:pt x="4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122" name="Google Shape;4654;p64">
                <a:extLst>
                  <a:ext uri="{FF2B5EF4-FFF2-40B4-BE49-F238E27FC236}">
                    <a16:creationId xmlns:a16="http://schemas.microsoft.com/office/drawing/2014/main" id="{8B0C414D-8095-AC3A-0717-33F5BC0158B4}"/>
                  </a:ext>
                </a:extLst>
              </p:cNvPr>
              <p:cNvSpPr/>
              <p:nvPr/>
            </p:nvSpPr>
            <p:spPr>
              <a:xfrm>
                <a:off x="4291500" y="1250400"/>
                <a:ext cx="54900" cy="37900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1516" extrusionOk="0">
                    <a:moveTo>
                      <a:pt x="1013" y="0"/>
                    </a:moveTo>
                    <a:cubicBezTo>
                      <a:pt x="676" y="0"/>
                      <a:pt x="369" y="181"/>
                      <a:pt x="190" y="464"/>
                    </a:cubicBezTo>
                    <a:cubicBezTo>
                      <a:pt x="0" y="706"/>
                      <a:pt x="35" y="1034"/>
                      <a:pt x="259" y="1224"/>
                    </a:cubicBezTo>
                    <a:cubicBezTo>
                      <a:pt x="466" y="1444"/>
                      <a:pt x="678" y="1515"/>
                      <a:pt x="892" y="1515"/>
                    </a:cubicBezTo>
                    <a:cubicBezTo>
                      <a:pt x="1233" y="1515"/>
                      <a:pt x="1579" y="1336"/>
                      <a:pt x="1919" y="1293"/>
                    </a:cubicBezTo>
                    <a:cubicBezTo>
                      <a:pt x="2195" y="567"/>
                      <a:pt x="1901" y="153"/>
                      <a:pt x="1175" y="14"/>
                    </a:cubicBezTo>
                    <a:cubicBezTo>
                      <a:pt x="1121" y="5"/>
                      <a:pt x="1066" y="0"/>
                      <a:pt x="10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123" name="Google Shape;4655;p64">
                <a:extLst>
                  <a:ext uri="{FF2B5EF4-FFF2-40B4-BE49-F238E27FC236}">
                    <a16:creationId xmlns:a16="http://schemas.microsoft.com/office/drawing/2014/main" id="{DA9E6ABD-42C6-B4E2-FC4F-407DC07C20EE}"/>
                  </a:ext>
                </a:extLst>
              </p:cNvPr>
              <p:cNvSpPr/>
              <p:nvPr/>
            </p:nvSpPr>
            <p:spPr>
              <a:xfrm>
                <a:off x="6323375" y="3314875"/>
                <a:ext cx="50125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2005" h="1493" extrusionOk="0">
                    <a:moveTo>
                      <a:pt x="754" y="1"/>
                    </a:moveTo>
                    <a:cubicBezTo>
                      <a:pt x="409" y="1"/>
                      <a:pt x="93" y="129"/>
                      <a:pt x="52" y="542"/>
                    </a:cubicBezTo>
                    <a:cubicBezTo>
                      <a:pt x="0" y="1198"/>
                      <a:pt x="536" y="1371"/>
                      <a:pt x="1106" y="1492"/>
                    </a:cubicBezTo>
                    <a:cubicBezTo>
                      <a:pt x="1504" y="1475"/>
                      <a:pt x="1988" y="1440"/>
                      <a:pt x="1988" y="905"/>
                    </a:cubicBezTo>
                    <a:cubicBezTo>
                      <a:pt x="2005" y="317"/>
                      <a:pt x="1504" y="110"/>
                      <a:pt x="1020" y="23"/>
                    </a:cubicBezTo>
                    <a:cubicBezTo>
                      <a:pt x="932" y="9"/>
                      <a:pt x="842" y="1"/>
                      <a:pt x="75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124" name="Google Shape;4656;p64">
                <a:extLst>
                  <a:ext uri="{FF2B5EF4-FFF2-40B4-BE49-F238E27FC236}">
                    <a16:creationId xmlns:a16="http://schemas.microsoft.com/office/drawing/2014/main" id="{099DF226-E9BA-5340-F86C-7BC7B50503D5}"/>
                  </a:ext>
                </a:extLst>
              </p:cNvPr>
              <p:cNvSpPr/>
              <p:nvPr/>
            </p:nvSpPr>
            <p:spPr>
              <a:xfrm>
                <a:off x="6680225" y="1890750"/>
                <a:ext cx="46075" cy="42200"/>
              </a:xfrm>
              <a:custGeom>
                <a:avLst/>
                <a:gdLst/>
                <a:ahLst/>
                <a:cxnLst/>
                <a:rect l="l" t="t" r="r" b="b"/>
                <a:pathLst>
                  <a:path w="1843" h="1688" extrusionOk="0">
                    <a:moveTo>
                      <a:pt x="1376" y="1"/>
                    </a:moveTo>
                    <a:cubicBezTo>
                      <a:pt x="1345" y="1"/>
                      <a:pt x="1312" y="4"/>
                      <a:pt x="1280" y="11"/>
                    </a:cubicBezTo>
                    <a:cubicBezTo>
                      <a:pt x="675" y="29"/>
                      <a:pt x="156" y="478"/>
                      <a:pt x="70" y="1083"/>
                    </a:cubicBezTo>
                    <a:cubicBezTo>
                      <a:pt x="1" y="1446"/>
                      <a:pt x="208" y="1670"/>
                      <a:pt x="675" y="1688"/>
                    </a:cubicBezTo>
                    <a:cubicBezTo>
                      <a:pt x="1193" y="1480"/>
                      <a:pt x="1643" y="1135"/>
                      <a:pt x="1781" y="513"/>
                    </a:cubicBezTo>
                    <a:cubicBezTo>
                      <a:pt x="1843" y="250"/>
                      <a:pt x="1642" y="1"/>
                      <a:pt x="137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125" name="Google Shape;4657;p64">
                <a:extLst>
                  <a:ext uri="{FF2B5EF4-FFF2-40B4-BE49-F238E27FC236}">
                    <a16:creationId xmlns:a16="http://schemas.microsoft.com/office/drawing/2014/main" id="{8D7A2809-BE60-4BD0-7DE2-EB9716E7D899}"/>
                  </a:ext>
                </a:extLst>
              </p:cNvPr>
              <p:cNvSpPr/>
              <p:nvPr/>
            </p:nvSpPr>
            <p:spPr>
              <a:xfrm>
                <a:off x="3550975" y="1955400"/>
                <a:ext cx="53600" cy="126175"/>
              </a:xfrm>
              <a:custGeom>
                <a:avLst/>
                <a:gdLst/>
                <a:ahLst/>
                <a:cxnLst/>
                <a:rect l="l" t="t" r="r" b="b"/>
                <a:pathLst>
                  <a:path w="2144" h="5047" extrusionOk="0">
                    <a:moveTo>
                      <a:pt x="1297" y="0"/>
                    </a:moveTo>
                    <a:cubicBezTo>
                      <a:pt x="778" y="0"/>
                      <a:pt x="260" y="363"/>
                      <a:pt x="364" y="795"/>
                    </a:cubicBezTo>
                    <a:cubicBezTo>
                      <a:pt x="640" y="1850"/>
                      <a:pt x="122" y="2731"/>
                      <a:pt x="1" y="3491"/>
                    </a:cubicBezTo>
                    <a:cubicBezTo>
                      <a:pt x="70" y="4338"/>
                      <a:pt x="1" y="5047"/>
                      <a:pt x="951" y="5047"/>
                    </a:cubicBezTo>
                    <a:cubicBezTo>
                      <a:pt x="1781" y="5047"/>
                      <a:pt x="1971" y="4476"/>
                      <a:pt x="2040" y="3785"/>
                    </a:cubicBezTo>
                    <a:cubicBezTo>
                      <a:pt x="2144" y="2748"/>
                      <a:pt x="1642" y="1746"/>
                      <a:pt x="1936" y="692"/>
                    </a:cubicBezTo>
                    <a:cubicBezTo>
                      <a:pt x="2023" y="381"/>
                      <a:pt x="1712" y="0"/>
                      <a:pt x="129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126" name="Google Shape;4658;p64">
                <a:extLst>
                  <a:ext uri="{FF2B5EF4-FFF2-40B4-BE49-F238E27FC236}">
                    <a16:creationId xmlns:a16="http://schemas.microsoft.com/office/drawing/2014/main" id="{F9697424-58E9-8CE0-0733-E6183A8E1CF7}"/>
                  </a:ext>
                </a:extLst>
              </p:cNvPr>
              <p:cNvSpPr/>
              <p:nvPr/>
            </p:nvSpPr>
            <p:spPr>
              <a:xfrm>
                <a:off x="3910000" y="2161475"/>
                <a:ext cx="93775" cy="45400"/>
              </a:xfrm>
              <a:custGeom>
                <a:avLst/>
                <a:gdLst/>
                <a:ahLst/>
                <a:cxnLst/>
                <a:rect l="l" t="t" r="r" b="b"/>
                <a:pathLst>
                  <a:path w="3751" h="1816" extrusionOk="0">
                    <a:moveTo>
                      <a:pt x="1383" y="1"/>
                    </a:moveTo>
                    <a:cubicBezTo>
                      <a:pt x="778" y="87"/>
                      <a:pt x="1" y="18"/>
                      <a:pt x="122" y="640"/>
                    </a:cubicBezTo>
                    <a:cubicBezTo>
                      <a:pt x="329" y="1625"/>
                      <a:pt x="1297" y="1815"/>
                      <a:pt x="2195" y="1815"/>
                    </a:cubicBezTo>
                    <a:cubicBezTo>
                      <a:pt x="2835" y="1815"/>
                      <a:pt x="3751" y="1712"/>
                      <a:pt x="3613" y="951"/>
                    </a:cubicBezTo>
                    <a:cubicBezTo>
                      <a:pt x="3466" y="240"/>
                      <a:pt x="2970" y="188"/>
                      <a:pt x="2455" y="188"/>
                    </a:cubicBezTo>
                    <a:cubicBezTo>
                      <a:pt x="2366" y="188"/>
                      <a:pt x="2276" y="189"/>
                      <a:pt x="2187" y="189"/>
                    </a:cubicBezTo>
                    <a:cubicBezTo>
                      <a:pt x="1880" y="189"/>
                      <a:pt x="1588" y="170"/>
                      <a:pt x="138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127" name="Google Shape;4659;p64">
                <a:extLst>
                  <a:ext uri="{FF2B5EF4-FFF2-40B4-BE49-F238E27FC236}">
                    <a16:creationId xmlns:a16="http://schemas.microsoft.com/office/drawing/2014/main" id="{F0287CFE-3ED9-F338-4F90-0251C6D40484}"/>
                  </a:ext>
                </a:extLst>
              </p:cNvPr>
              <p:cNvSpPr/>
              <p:nvPr/>
            </p:nvSpPr>
            <p:spPr>
              <a:xfrm>
                <a:off x="4125600" y="2173875"/>
                <a:ext cx="50575" cy="37600"/>
              </a:xfrm>
              <a:custGeom>
                <a:avLst/>
                <a:gdLst/>
                <a:ahLst/>
                <a:cxnLst/>
                <a:rect l="l" t="t" r="r" b="b"/>
                <a:pathLst>
                  <a:path w="2023" h="1504" extrusionOk="0">
                    <a:moveTo>
                      <a:pt x="1294" y="1"/>
                    </a:moveTo>
                    <a:cubicBezTo>
                      <a:pt x="1249" y="1"/>
                      <a:pt x="1204" y="3"/>
                      <a:pt x="1158" y="6"/>
                    </a:cubicBezTo>
                    <a:cubicBezTo>
                      <a:pt x="691" y="144"/>
                      <a:pt x="0" y="109"/>
                      <a:pt x="17" y="904"/>
                    </a:cubicBezTo>
                    <a:cubicBezTo>
                      <a:pt x="17" y="1352"/>
                      <a:pt x="364" y="1503"/>
                      <a:pt x="748" y="1503"/>
                    </a:cubicBezTo>
                    <a:cubicBezTo>
                      <a:pt x="809" y="1503"/>
                      <a:pt x="872" y="1499"/>
                      <a:pt x="933" y="1492"/>
                    </a:cubicBezTo>
                    <a:cubicBezTo>
                      <a:pt x="1486" y="1440"/>
                      <a:pt x="2022" y="1233"/>
                      <a:pt x="2022" y="593"/>
                    </a:cubicBezTo>
                    <a:cubicBezTo>
                      <a:pt x="2022" y="156"/>
                      <a:pt x="1711" y="1"/>
                      <a:pt x="129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5128" name="Google Shape;4660;p64">
                <a:extLst>
                  <a:ext uri="{FF2B5EF4-FFF2-40B4-BE49-F238E27FC236}">
                    <a16:creationId xmlns:a16="http://schemas.microsoft.com/office/drawing/2014/main" id="{EC830CD1-5182-FE5C-CBB2-17E875866337}"/>
                  </a:ext>
                </a:extLst>
              </p:cNvPr>
              <p:cNvSpPr/>
              <p:nvPr/>
            </p:nvSpPr>
            <p:spPr>
              <a:xfrm>
                <a:off x="3415775" y="2038325"/>
                <a:ext cx="44925" cy="38175"/>
              </a:xfrm>
              <a:custGeom>
                <a:avLst/>
                <a:gdLst/>
                <a:ahLst/>
                <a:cxnLst/>
                <a:rect l="l" t="t" r="r" b="b"/>
                <a:pathLst>
                  <a:path w="1797" h="1527" extrusionOk="0">
                    <a:moveTo>
                      <a:pt x="812" y="0"/>
                    </a:moveTo>
                    <a:cubicBezTo>
                      <a:pt x="383" y="0"/>
                      <a:pt x="1" y="211"/>
                      <a:pt x="34" y="710"/>
                    </a:cubicBezTo>
                    <a:cubicBezTo>
                      <a:pt x="34" y="1164"/>
                      <a:pt x="400" y="1527"/>
                      <a:pt x="845" y="1527"/>
                    </a:cubicBezTo>
                    <a:cubicBezTo>
                      <a:pt x="874" y="1527"/>
                      <a:pt x="903" y="1525"/>
                      <a:pt x="933" y="1522"/>
                    </a:cubicBezTo>
                    <a:cubicBezTo>
                      <a:pt x="1382" y="1522"/>
                      <a:pt x="1745" y="1315"/>
                      <a:pt x="1797" y="796"/>
                    </a:cubicBezTo>
                    <a:cubicBezTo>
                      <a:pt x="1745" y="226"/>
                      <a:pt x="1330" y="19"/>
                      <a:pt x="864" y="1"/>
                    </a:cubicBezTo>
                    <a:cubicBezTo>
                      <a:pt x="847" y="1"/>
                      <a:pt x="829" y="0"/>
                      <a:pt x="81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</p:grpSp>
        <p:cxnSp>
          <p:nvCxnSpPr>
            <p:cNvPr id="11" name="Google Shape;4661;p64">
              <a:extLst>
                <a:ext uri="{FF2B5EF4-FFF2-40B4-BE49-F238E27FC236}">
                  <a16:creationId xmlns:a16="http://schemas.microsoft.com/office/drawing/2014/main" id="{608B71F2-6DD4-6B89-BFF3-74851F3C168B}"/>
                </a:ext>
              </a:extLst>
            </p:cNvPr>
            <p:cNvCxnSpPr>
              <a:cxnSpLocks/>
            </p:cNvCxnSpPr>
            <p:nvPr/>
          </p:nvCxnSpPr>
          <p:spPr>
            <a:xfrm>
              <a:off x="5359400" y="2971800"/>
              <a:ext cx="1003200" cy="1574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4662;p64">
              <a:extLst>
                <a:ext uri="{FF2B5EF4-FFF2-40B4-BE49-F238E27FC236}">
                  <a16:creationId xmlns:a16="http://schemas.microsoft.com/office/drawing/2014/main" id="{AB7C875E-004A-E57F-0AE3-D84058E89E90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5334000" y="2438500"/>
              <a:ext cx="1689200" cy="546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4663;p64">
              <a:extLst>
                <a:ext uri="{FF2B5EF4-FFF2-40B4-BE49-F238E27FC236}">
                  <a16:creationId xmlns:a16="http://schemas.microsoft.com/office/drawing/2014/main" id="{C31810C5-F97D-459C-0764-87DF3A59D8F6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6311900" y="3835300"/>
              <a:ext cx="1574800" cy="724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4664;p64">
              <a:extLst>
                <a:ext uri="{FF2B5EF4-FFF2-40B4-BE49-F238E27FC236}">
                  <a16:creationId xmlns:a16="http://schemas.microsoft.com/office/drawing/2014/main" id="{FF17E7E8-3FC2-7949-23B3-D880A1BC40C4}"/>
                </a:ext>
              </a:extLst>
            </p:cNvPr>
            <p:cNvCxnSpPr>
              <a:cxnSpLocks/>
            </p:cNvCxnSpPr>
            <p:nvPr/>
          </p:nvCxnSpPr>
          <p:spPr>
            <a:xfrm>
              <a:off x="7848600" y="3835400"/>
              <a:ext cx="2451200" cy="1130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4665;p64">
              <a:extLst>
                <a:ext uri="{FF2B5EF4-FFF2-40B4-BE49-F238E27FC236}">
                  <a16:creationId xmlns:a16="http://schemas.microsoft.com/office/drawing/2014/main" id="{00F2DD18-4FF8-F403-DBD8-4FE191BAF9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10400" y="2781300"/>
              <a:ext cx="1486000" cy="1079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16" name="Google Shape;4671;p64">
              <a:extLst>
                <a:ext uri="{FF2B5EF4-FFF2-40B4-BE49-F238E27FC236}">
                  <a16:creationId xmlns:a16="http://schemas.microsoft.com/office/drawing/2014/main" id="{01558E50-A1D6-0ED2-4978-4F6E3FBE7D4E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091936" y="2297865"/>
              <a:ext cx="622371" cy="9852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4672;p64">
              <a:extLst>
                <a:ext uri="{FF2B5EF4-FFF2-40B4-BE49-F238E27FC236}">
                  <a16:creationId xmlns:a16="http://schemas.microsoft.com/office/drawing/2014/main" id="{6B7639A6-4A4E-76FB-5F65-75A364CC4CAC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044436" y="3898065"/>
              <a:ext cx="622371" cy="9852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4673;p64">
              <a:extLst>
                <a:ext uri="{FF2B5EF4-FFF2-40B4-BE49-F238E27FC236}">
                  <a16:creationId xmlns:a16="http://schemas.microsoft.com/office/drawing/2014/main" id="{E1C1EFAA-9B55-4EB9-C5E4-439563B0A186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755636" y="1802165"/>
              <a:ext cx="622371" cy="9852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4674;p64">
              <a:extLst>
                <a:ext uri="{FF2B5EF4-FFF2-40B4-BE49-F238E27FC236}">
                  <a16:creationId xmlns:a16="http://schemas.microsoft.com/office/drawing/2014/main" id="{03753D0F-3B97-D3DF-2E85-18B9F0D73638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537620" y="3193065"/>
              <a:ext cx="622371" cy="9852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4675;p64">
              <a:extLst>
                <a:ext uri="{FF2B5EF4-FFF2-40B4-BE49-F238E27FC236}">
                  <a16:creationId xmlns:a16="http://schemas.microsoft.com/office/drawing/2014/main" id="{E52956B7-1E0B-A421-7DB0-6DE25EA7D2CE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9036221" y="2207865"/>
              <a:ext cx="622369" cy="9852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4676;p64">
              <a:extLst>
                <a:ext uri="{FF2B5EF4-FFF2-40B4-BE49-F238E27FC236}">
                  <a16:creationId xmlns:a16="http://schemas.microsoft.com/office/drawing/2014/main" id="{2FCA3414-29AA-6CA5-F42A-5737FF21A7DE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9976021" y="4277965"/>
              <a:ext cx="622369" cy="9852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29" name="Google Shape;3185;p40">
            <a:extLst>
              <a:ext uri="{FF2B5EF4-FFF2-40B4-BE49-F238E27FC236}">
                <a16:creationId xmlns:a16="http://schemas.microsoft.com/office/drawing/2014/main" id="{4B34F48A-A247-463D-6A2B-9E74AE34AA9D}"/>
              </a:ext>
            </a:extLst>
          </p:cNvPr>
          <p:cNvSpPr txBox="1">
            <a:spLocks/>
          </p:cNvSpPr>
          <p:nvPr/>
        </p:nvSpPr>
        <p:spPr>
          <a:xfrm>
            <a:off x="13835269" y="18932951"/>
            <a:ext cx="6830625" cy="232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9pPr>
          </a:lstStyle>
          <a:p>
            <a:r>
              <a:rPr lang="en-IN" sz="8000">
                <a:latin typeface="Copperplate" panose="02000504000000020004" pitchFamily="2" charset="77"/>
              </a:rPr>
              <a:t>THANK </a:t>
            </a:r>
            <a:br>
              <a:rPr lang="en-IN" sz="8000">
                <a:latin typeface="Copperplate" panose="02000504000000020004" pitchFamily="2" charset="77"/>
              </a:rPr>
            </a:br>
            <a:r>
              <a:rPr lang="en-IN" sz="8000">
                <a:latin typeface="Copperplate" panose="02000504000000020004" pitchFamily="2" charset="77"/>
              </a:rPr>
              <a:t>YOU! </a:t>
            </a:r>
            <a:endParaRPr lang="en-IN" sz="8000" dirty="0">
              <a:latin typeface="Copperplate" panose="02000504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5877624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05A9F23-9C26-88C2-D1FF-ACCB1F605FA2}"/>
              </a:ext>
            </a:extLst>
          </p:cNvPr>
          <p:cNvGrpSpPr/>
          <p:nvPr/>
        </p:nvGrpSpPr>
        <p:grpSpPr>
          <a:xfrm>
            <a:off x="5834269" y="1396405"/>
            <a:ext cx="5814627" cy="3545087"/>
            <a:chOff x="4635112" y="1802165"/>
            <a:chExt cx="6427376" cy="3893409"/>
          </a:xfrm>
        </p:grpSpPr>
        <p:grpSp>
          <p:nvGrpSpPr>
            <p:cNvPr id="4609" name="Google Shape;4609;p64"/>
            <p:cNvGrpSpPr/>
            <p:nvPr/>
          </p:nvGrpSpPr>
          <p:grpSpPr>
            <a:xfrm>
              <a:off x="4635112" y="2271477"/>
              <a:ext cx="6427376" cy="3424097"/>
              <a:chOff x="233350" y="949250"/>
              <a:chExt cx="7137300" cy="3802300"/>
            </a:xfrm>
          </p:grpSpPr>
          <p:sp>
            <p:nvSpPr>
              <p:cNvPr id="4610" name="Google Shape;4610;p64"/>
              <p:cNvSpPr/>
              <p:nvPr/>
            </p:nvSpPr>
            <p:spPr>
              <a:xfrm>
                <a:off x="4428450" y="2808675"/>
                <a:ext cx="1478900" cy="330100"/>
              </a:xfrm>
              <a:custGeom>
                <a:avLst/>
                <a:gdLst/>
                <a:ahLst/>
                <a:cxnLst/>
                <a:rect l="l" t="t" r="r" b="b"/>
                <a:pathLst>
                  <a:path w="59156" h="13204" extrusionOk="0">
                    <a:moveTo>
                      <a:pt x="1" y="0"/>
                    </a:moveTo>
                    <a:lnTo>
                      <a:pt x="1" y="0"/>
                    </a:lnTo>
                    <a:close/>
                    <a:moveTo>
                      <a:pt x="59155" y="13203"/>
                    </a:move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11" name="Google Shape;4611;p64"/>
              <p:cNvSpPr/>
              <p:nvPr/>
            </p:nvSpPr>
            <p:spPr>
              <a:xfrm>
                <a:off x="2909400" y="1076125"/>
                <a:ext cx="4118650" cy="3109225"/>
              </a:xfrm>
              <a:custGeom>
                <a:avLst/>
                <a:gdLst/>
                <a:ahLst/>
                <a:cxnLst/>
                <a:rect l="l" t="t" r="r" b="b"/>
                <a:pathLst>
                  <a:path w="164746" h="124369" extrusionOk="0">
                    <a:moveTo>
                      <a:pt x="49520" y="11070"/>
                    </a:moveTo>
                    <a:cubicBezTo>
                      <a:pt x="49737" y="11070"/>
                      <a:pt x="49861" y="11136"/>
                      <a:pt x="49875" y="11358"/>
                    </a:cubicBezTo>
                    <a:cubicBezTo>
                      <a:pt x="49875" y="11575"/>
                      <a:pt x="49818" y="11698"/>
                      <a:pt x="49684" y="11698"/>
                    </a:cubicBezTo>
                    <a:cubicBezTo>
                      <a:pt x="49636" y="11698"/>
                      <a:pt x="49580" y="11683"/>
                      <a:pt x="49512" y="11651"/>
                    </a:cubicBezTo>
                    <a:cubicBezTo>
                      <a:pt x="49305" y="11565"/>
                      <a:pt x="49115" y="11444"/>
                      <a:pt x="48925" y="11323"/>
                    </a:cubicBezTo>
                    <a:lnTo>
                      <a:pt x="49339" y="11081"/>
                    </a:lnTo>
                    <a:cubicBezTo>
                      <a:pt x="49405" y="11074"/>
                      <a:pt x="49465" y="11070"/>
                      <a:pt x="49520" y="11070"/>
                    </a:cubicBezTo>
                    <a:close/>
                    <a:moveTo>
                      <a:pt x="46983" y="11081"/>
                    </a:moveTo>
                    <a:cubicBezTo>
                      <a:pt x="47014" y="11081"/>
                      <a:pt x="47051" y="11087"/>
                      <a:pt x="47093" y="11098"/>
                    </a:cubicBezTo>
                    <a:cubicBezTo>
                      <a:pt x="47369" y="11185"/>
                      <a:pt x="47870" y="11168"/>
                      <a:pt x="47767" y="11686"/>
                    </a:cubicBezTo>
                    <a:cubicBezTo>
                      <a:pt x="47732" y="11893"/>
                      <a:pt x="47888" y="12274"/>
                      <a:pt x="47490" y="12343"/>
                    </a:cubicBezTo>
                    <a:cubicBezTo>
                      <a:pt x="47110" y="12222"/>
                      <a:pt x="46834" y="11893"/>
                      <a:pt x="46799" y="11496"/>
                    </a:cubicBezTo>
                    <a:cubicBezTo>
                      <a:pt x="46784" y="11302"/>
                      <a:pt x="46782" y="11081"/>
                      <a:pt x="46983" y="11081"/>
                    </a:cubicBezTo>
                    <a:close/>
                    <a:moveTo>
                      <a:pt x="38158" y="11530"/>
                    </a:moveTo>
                    <a:cubicBezTo>
                      <a:pt x="38279" y="11530"/>
                      <a:pt x="38417" y="11703"/>
                      <a:pt x="38642" y="11876"/>
                    </a:cubicBezTo>
                    <a:cubicBezTo>
                      <a:pt x="38366" y="12118"/>
                      <a:pt x="38089" y="12360"/>
                      <a:pt x="37778" y="12585"/>
                    </a:cubicBezTo>
                    <a:cubicBezTo>
                      <a:pt x="35549" y="13967"/>
                      <a:pt x="35514" y="15903"/>
                      <a:pt x="37692" y="17268"/>
                    </a:cubicBezTo>
                    <a:cubicBezTo>
                      <a:pt x="38003" y="17458"/>
                      <a:pt x="38227" y="17631"/>
                      <a:pt x="38158" y="18080"/>
                    </a:cubicBezTo>
                    <a:cubicBezTo>
                      <a:pt x="38106" y="18529"/>
                      <a:pt x="37951" y="18599"/>
                      <a:pt x="37553" y="18737"/>
                    </a:cubicBezTo>
                    <a:cubicBezTo>
                      <a:pt x="36568" y="19117"/>
                      <a:pt x="36309" y="19981"/>
                      <a:pt x="36378" y="20949"/>
                    </a:cubicBezTo>
                    <a:cubicBezTo>
                      <a:pt x="36427" y="21679"/>
                      <a:pt x="36279" y="22143"/>
                      <a:pt x="35819" y="22143"/>
                    </a:cubicBezTo>
                    <a:cubicBezTo>
                      <a:pt x="35625" y="22143"/>
                      <a:pt x="35377" y="22061"/>
                      <a:pt x="35065" y="21882"/>
                    </a:cubicBezTo>
                    <a:cubicBezTo>
                      <a:pt x="34913" y="21798"/>
                      <a:pt x="34745" y="21754"/>
                      <a:pt x="34578" y="21754"/>
                    </a:cubicBezTo>
                    <a:cubicBezTo>
                      <a:pt x="34403" y="21754"/>
                      <a:pt x="34230" y="21802"/>
                      <a:pt x="34080" y="21899"/>
                    </a:cubicBezTo>
                    <a:cubicBezTo>
                      <a:pt x="33134" y="22372"/>
                      <a:pt x="32094" y="22613"/>
                      <a:pt x="31041" y="22613"/>
                    </a:cubicBezTo>
                    <a:cubicBezTo>
                      <a:pt x="30747" y="22613"/>
                      <a:pt x="30451" y="22594"/>
                      <a:pt x="30157" y="22556"/>
                    </a:cubicBezTo>
                    <a:cubicBezTo>
                      <a:pt x="29915" y="22521"/>
                      <a:pt x="29759" y="22608"/>
                      <a:pt x="29829" y="22262"/>
                    </a:cubicBezTo>
                    <a:lnTo>
                      <a:pt x="29829" y="22262"/>
                    </a:lnTo>
                    <a:lnTo>
                      <a:pt x="29829" y="22279"/>
                    </a:lnTo>
                    <a:cubicBezTo>
                      <a:pt x="29898" y="21986"/>
                      <a:pt x="29984" y="21882"/>
                      <a:pt x="30364" y="21830"/>
                    </a:cubicBezTo>
                    <a:cubicBezTo>
                      <a:pt x="31505" y="21675"/>
                      <a:pt x="32836" y="21467"/>
                      <a:pt x="33354" y="20361"/>
                    </a:cubicBezTo>
                    <a:cubicBezTo>
                      <a:pt x="33821" y="19342"/>
                      <a:pt x="33872" y="18184"/>
                      <a:pt x="34927" y="17458"/>
                    </a:cubicBezTo>
                    <a:cubicBezTo>
                      <a:pt x="35238" y="17216"/>
                      <a:pt x="34978" y="16836"/>
                      <a:pt x="34667" y="16594"/>
                    </a:cubicBezTo>
                    <a:cubicBezTo>
                      <a:pt x="33216" y="15436"/>
                      <a:pt x="33907" y="14572"/>
                      <a:pt x="35099" y="13846"/>
                    </a:cubicBezTo>
                    <a:cubicBezTo>
                      <a:pt x="35860" y="13380"/>
                      <a:pt x="36724" y="13086"/>
                      <a:pt x="37018" y="12066"/>
                    </a:cubicBezTo>
                    <a:cubicBezTo>
                      <a:pt x="37156" y="11582"/>
                      <a:pt x="37709" y="11548"/>
                      <a:pt x="38158" y="11530"/>
                    </a:cubicBezTo>
                    <a:close/>
                    <a:moveTo>
                      <a:pt x="46802" y="32066"/>
                    </a:moveTo>
                    <a:cubicBezTo>
                      <a:pt x="47245" y="32066"/>
                      <a:pt x="47720" y="32469"/>
                      <a:pt x="47888" y="33080"/>
                    </a:cubicBezTo>
                    <a:cubicBezTo>
                      <a:pt x="48059" y="33754"/>
                      <a:pt x="48393" y="34225"/>
                      <a:pt x="48918" y="34225"/>
                    </a:cubicBezTo>
                    <a:cubicBezTo>
                      <a:pt x="49080" y="34225"/>
                      <a:pt x="49261" y="34181"/>
                      <a:pt x="49460" y="34083"/>
                    </a:cubicBezTo>
                    <a:cubicBezTo>
                      <a:pt x="50103" y="33764"/>
                      <a:pt x="50701" y="33627"/>
                      <a:pt x="51269" y="33627"/>
                    </a:cubicBezTo>
                    <a:cubicBezTo>
                      <a:pt x="52489" y="33627"/>
                      <a:pt x="53566" y="34260"/>
                      <a:pt x="54628" y="35085"/>
                    </a:cubicBezTo>
                    <a:cubicBezTo>
                      <a:pt x="54818" y="35223"/>
                      <a:pt x="55008" y="35396"/>
                      <a:pt x="55163" y="35586"/>
                    </a:cubicBezTo>
                    <a:cubicBezTo>
                      <a:pt x="55543" y="36053"/>
                      <a:pt x="56684" y="36070"/>
                      <a:pt x="56321" y="36917"/>
                    </a:cubicBezTo>
                    <a:lnTo>
                      <a:pt x="56321" y="36934"/>
                    </a:lnTo>
                    <a:cubicBezTo>
                      <a:pt x="56149" y="37350"/>
                      <a:pt x="55751" y="37415"/>
                      <a:pt x="55318" y="37415"/>
                    </a:cubicBezTo>
                    <a:cubicBezTo>
                      <a:pt x="55122" y="37415"/>
                      <a:pt x="54919" y="37401"/>
                      <a:pt x="54727" y="37401"/>
                    </a:cubicBezTo>
                    <a:cubicBezTo>
                      <a:pt x="54620" y="37401"/>
                      <a:pt x="54517" y="37405"/>
                      <a:pt x="54420" y="37418"/>
                    </a:cubicBezTo>
                    <a:cubicBezTo>
                      <a:pt x="54278" y="37432"/>
                      <a:pt x="54136" y="37440"/>
                      <a:pt x="53995" y="37440"/>
                    </a:cubicBezTo>
                    <a:cubicBezTo>
                      <a:pt x="53292" y="37440"/>
                      <a:pt x="52602" y="37262"/>
                      <a:pt x="51983" y="36917"/>
                    </a:cubicBezTo>
                    <a:cubicBezTo>
                      <a:pt x="51332" y="36539"/>
                      <a:pt x="50680" y="36418"/>
                      <a:pt x="50028" y="36418"/>
                    </a:cubicBezTo>
                    <a:cubicBezTo>
                      <a:pt x="48867" y="36418"/>
                      <a:pt x="47706" y="36802"/>
                      <a:pt x="46545" y="36802"/>
                    </a:cubicBezTo>
                    <a:cubicBezTo>
                      <a:pt x="46302" y="36802"/>
                      <a:pt x="46058" y="36785"/>
                      <a:pt x="45814" y="36744"/>
                    </a:cubicBezTo>
                    <a:cubicBezTo>
                      <a:pt x="44881" y="36588"/>
                      <a:pt x="44552" y="36105"/>
                      <a:pt x="44673" y="35241"/>
                    </a:cubicBezTo>
                    <a:cubicBezTo>
                      <a:pt x="44846" y="34083"/>
                      <a:pt x="45537" y="33115"/>
                      <a:pt x="46263" y="32320"/>
                    </a:cubicBezTo>
                    <a:cubicBezTo>
                      <a:pt x="46417" y="32145"/>
                      <a:pt x="46607" y="32066"/>
                      <a:pt x="46802" y="32066"/>
                    </a:cubicBezTo>
                    <a:close/>
                    <a:moveTo>
                      <a:pt x="64554" y="31370"/>
                    </a:moveTo>
                    <a:cubicBezTo>
                      <a:pt x="64860" y="31370"/>
                      <a:pt x="65185" y="31437"/>
                      <a:pt x="65532" y="31594"/>
                    </a:cubicBezTo>
                    <a:cubicBezTo>
                      <a:pt x="65878" y="31767"/>
                      <a:pt x="65930" y="32251"/>
                      <a:pt x="65636" y="32493"/>
                    </a:cubicBezTo>
                    <a:cubicBezTo>
                      <a:pt x="64063" y="34065"/>
                      <a:pt x="64184" y="35085"/>
                      <a:pt x="65895" y="36588"/>
                    </a:cubicBezTo>
                    <a:cubicBezTo>
                      <a:pt x="67243" y="37815"/>
                      <a:pt x="67762" y="39544"/>
                      <a:pt x="68211" y="41237"/>
                    </a:cubicBezTo>
                    <a:cubicBezTo>
                      <a:pt x="68364" y="41802"/>
                      <a:pt x="68057" y="41990"/>
                      <a:pt x="67435" y="41990"/>
                    </a:cubicBezTo>
                    <a:cubicBezTo>
                      <a:pt x="67353" y="41990"/>
                      <a:pt x="67266" y="41986"/>
                      <a:pt x="67174" y="41980"/>
                    </a:cubicBezTo>
                    <a:cubicBezTo>
                      <a:pt x="66517" y="41064"/>
                      <a:pt x="64271" y="41825"/>
                      <a:pt x="64547" y="39146"/>
                    </a:cubicBezTo>
                    <a:lnTo>
                      <a:pt x="64547" y="39146"/>
                    </a:lnTo>
                    <a:lnTo>
                      <a:pt x="64547" y="39181"/>
                    </a:lnTo>
                    <a:cubicBezTo>
                      <a:pt x="64685" y="37885"/>
                      <a:pt x="63113" y="36295"/>
                      <a:pt x="62076" y="35050"/>
                    </a:cubicBezTo>
                    <a:cubicBezTo>
                      <a:pt x="61281" y="34100"/>
                      <a:pt x="61385" y="33288"/>
                      <a:pt x="62076" y="32683"/>
                    </a:cubicBezTo>
                    <a:cubicBezTo>
                      <a:pt x="62786" y="32052"/>
                      <a:pt x="63577" y="31370"/>
                      <a:pt x="64554" y="31370"/>
                    </a:cubicBezTo>
                    <a:close/>
                    <a:moveTo>
                      <a:pt x="30705" y="33465"/>
                    </a:moveTo>
                    <a:cubicBezTo>
                      <a:pt x="30874" y="33465"/>
                      <a:pt x="31043" y="33637"/>
                      <a:pt x="31090" y="33720"/>
                    </a:cubicBezTo>
                    <a:cubicBezTo>
                      <a:pt x="31920" y="35120"/>
                      <a:pt x="33579" y="35258"/>
                      <a:pt x="34719" y="36226"/>
                    </a:cubicBezTo>
                    <a:cubicBezTo>
                      <a:pt x="36205" y="37487"/>
                      <a:pt x="36275" y="39354"/>
                      <a:pt x="37191" y="40822"/>
                    </a:cubicBezTo>
                    <a:cubicBezTo>
                      <a:pt x="37484" y="41289"/>
                      <a:pt x="37571" y="41980"/>
                      <a:pt x="37968" y="42274"/>
                    </a:cubicBezTo>
                    <a:cubicBezTo>
                      <a:pt x="38403" y="42594"/>
                      <a:pt x="39075" y="43217"/>
                      <a:pt x="39556" y="43217"/>
                    </a:cubicBezTo>
                    <a:cubicBezTo>
                      <a:pt x="39725" y="43217"/>
                      <a:pt x="39870" y="43141"/>
                      <a:pt x="39973" y="42948"/>
                    </a:cubicBezTo>
                    <a:cubicBezTo>
                      <a:pt x="40336" y="42274"/>
                      <a:pt x="41234" y="41289"/>
                      <a:pt x="40543" y="40183"/>
                    </a:cubicBezTo>
                    <a:cubicBezTo>
                      <a:pt x="40301" y="39803"/>
                      <a:pt x="39610" y="39215"/>
                      <a:pt x="40284" y="38904"/>
                    </a:cubicBezTo>
                    <a:cubicBezTo>
                      <a:pt x="40592" y="38765"/>
                      <a:pt x="41024" y="38302"/>
                      <a:pt x="41439" y="38302"/>
                    </a:cubicBezTo>
                    <a:cubicBezTo>
                      <a:pt x="41746" y="38302"/>
                      <a:pt x="42043" y="38557"/>
                      <a:pt x="42271" y="39388"/>
                    </a:cubicBezTo>
                    <a:cubicBezTo>
                      <a:pt x="42782" y="41200"/>
                      <a:pt x="43748" y="43327"/>
                      <a:pt x="46038" y="43327"/>
                    </a:cubicBezTo>
                    <a:cubicBezTo>
                      <a:pt x="46150" y="43327"/>
                      <a:pt x="46266" y="43321"/>
                      <a:pt x="46384" y="43311"/>
                    </a:cubicBezTo>
                    <a:cubicBezTo>
                      <a:pt x="46463" y="43304"/>
                      <a:pt x="46542" y="43300"/>
                      <a:pt x="46620" y="43300"/>
                    </a:cubicBezTo>
                    <a:cubicBezTo>
                      <a:pt x="47585" y="43300"/>
                      <a:pt x="48526" y="43802"/>
                      <a:pt x="49487" y="43802"/>
                    </a:cubicBezTo>
                    <a:cubicBezTo>
                      <a:pt x="49955" y="43802"/>
                      <a:pt x="50429" y="43683"/>
                      <a:pt x="50912" y="43328"/>
                    </a:cubicBezTo>
                    <a:cubicBezTo>
                      <a:pt x="51106" y="43191"/>
                      <a:pt x="51242" y="43135"/>
                      <a:pt x="51336" y="43135"/>
                    </a:cubicBezTo>
                    <a:cubicBezTo>
                      <a:pt x="51643" y="43135"/>
                      <a:pt x="51508" y="43736"/>
                      <a:pt x="51534" y="44054"/>
                    </a:cubicBezTo>
                    <a:cubicBezTo>
                      <a:pt x="51845" y="45488"/>
                      <a:pt x="50843" y="46629"/>
                      <a:pt x="50618" y="47942"/>
                    </a:cubicBezTo>
                    <a:cubicBezTo>
                      <a:pt x="50585" y="48144"/>
                      <a:pt x="50240" y="48444"/>
                      <a:pt x="50046" y="48444"/>
                    </a:cubicBezTo>
                    <a:cubicBezTo>
                      <a:pt x="50041" y="48444"/>
                      <a:pt x="50036" y="48444"/>
                      <a:pt x="50031" y="48444"/>
                    </a:cubicBezTo>
                    <a:cubicBezTo>
                      <a:pt x="49523" y="48389"/>
                      <a:pt x="49010" y="48372"/>
                      <a:pt x="48494" y="48372"/>
                    </a:cubicBezTo>
                    <a:cubicBezTo>
                      <a:pt x="47534" y="48372"/>
                      <a:pt x="46564" y="48433"/>
                      <a:pt x="45600" y="48433"/>
                    </a:cubicBezTo>
                    <a:cubicBezTo>
                      <a:pt x="43779" y="48433"/>
                      <a:pt x="41984" y="48215"/>
                      <a:pt x="40336" y="46957"/>
                    </a:cubicBezTo>
                    <a:cubicBezTo>
                      <a:pt x="40033" y="46726"/>
                      <a:pt x="39675" y="46623"/>
                      <a:pt x="39308" y="46623"/>
                    </a:cubicBezTo>
                    <a:cubicBezTo>
                      <a:pt x="38250" y="46623"/>
                      <a:pt x="37116" y="47478"/>
                      <a:pt x="37000" y="48582"/>
                    </a:cubicBezTo>
                    <a:cubicBezTo>
                      <a:pt x="36972" y="48947"/>
                      <a:pt x="36796" y="49426"/>
                      <a:pt x="36527" y="49426"/>
                    </a:cubicBezTo>
                    <a:cubicBezTo>
                      <a:pt x="36465" y="49426"/>
                      <a:pt x="36398" y="49400"/>
                      <a:pt x="36326" y="49342"/>
                    </a:cubicBezTo>
                    <a:cubicBezTo>
                      <a:pt x="35376" y="48582"/>
                      <a:pt x="34045" y="48772"/>
                      <a:pt x="33147" y="47752"/>
                    </a:cubicBezTo>
                    <a:cubicBezTo>
                      <a:pt x="32334" y="46819"/>
                      <a:pt x="30900" y="46785"/>
                      <a:pt x="29673" y="46525"/>
                    </a:cubicBezTo>
                    <a:cubicBezTo>
                      <a:pt x="28913" y="46370"/>
                      <a:pt x="27807" y="46422"/>
                      <a:pt x="28567" y="44953"/>
                    </a:cubicBezTo>
                    <a:cubicBezTo>
                      <a:pt x="28982" y="44158"/>
                      <a:pt x="29034" y="43000"/>
                      <a:pt x="28515" y="42257"/>
                    </a:cubicBezTo>
                    <a:cubicBezTo>
                      <a:pt x="28230" y="41853"/>
                      <a:pt x="27848" y="41722"/>
                      <a:pt x="27412" y="41722"/>
                    </a:cubicBezTo>
                    <a:cubicBezTo>
                      <a:pt x="27028" y="41722"/>
                      <a:pt x="26602" y="41823"/>
                      <a:pt x="26165" y="41928"/>
                    </a:cubicBezTo>
                    <a:cubicBezTo>
                      <a:pt x="25497" y="42091"/>
                      <a:pt x="24818" y="42128"/>
                      <a:pt x="24133" y="42128"/>
                    </a:cubicBezTo>
                    <a:cubicBezTo>
                      <a:pt x="23569" y="42128"/>
                      <a:pt x="23001" y="42103"/>
                      <a:pt x="22432" y="42103"/>
                    </a:cubicBezTo>
                    <a:cubicBezTo>
                      <a:pt x="21707" y="42103"/>
                      <a:pt x="20980" y="42143"/>
                      <a:pt x="20255" y="42326"/>
                    </a:cubicBezTo>
                    <a:cubicBezTo>
                      <a:pt x="19287" y="42585"/>
                      <a:pt x="18319" y="42862"/>
                      <a:pt x="17559" y="43380"/>
                    </a:cubicBezTo>
                    <a:cubicBezTo>
                      <a:pt x="17082" y="43705"/>
                      <a:pt x="16613" y="43798"/>
                      <a:pt x="16149" y="43798"/>
                    </a:cubicBezTo>
                    <a:cubicBezTo>
                      <a:pt x="15538" y="43798"/>
                      <a:pt x="14935" y="43638"/>
                      <a:pt x="14326" y="43638"/>
                    </a:cubicBezTo>
                    <a:cubicBezTo>
                      <a:pt x="14292" y="43638"/>
                      <a:pt x="14258" y="43638"/>
                      <a:pt x="14223" y="43639"/>
                    </a:cubicBezTo>
                    <a:cubicBezTo>
                      <a:pt x="14120" y="43622"/>
                      <a:pt x="14016" y="43570"/>
                      <a:pt x="13930" y="43466"/>
                    </a:cubicBezTo>
                    <a:cubicBezTo>
                      <a:pt x="14043" y="43169"/>
                      <a:pt x="14308" y="43115"/>
                      <a:pt x="14562" y="43115"/>
                    </a:cubicBezTo>
                    <a:cubicBezTo>
                      <a:pt x="14617" y="43115"/>
                      <a:pt x="14672" y="43118"/>
                      <a:pt x="14725" y="43121"/>
                    </a:cubicBezTo>
                    <a:cubicBezTo>
                      <a:pt x="14838" y="43129"/>
                      <a:pt x="14949" y="43134"/>
                      <a:pt x="15058" y="43134"/>
                    </a:cubicBezTo>
                    <a:cubicBezTo>
                      <a:pt x="16723" y="43134"/>
                      <a:pt x="17967" y="42165"/>
                      <a:pt x="18388" y="40771"/>
                    </a:cubicBezTo>
                    <a:cubicBezTo>
                      <a:pt x="18976" y="38921"/>
                      <a:pt x="20808" y="38282"/>
                      <a:pt x="21482" y="37090"/>
                    </a:cubicBezTo>
                    <a:cubicBezTo>
                      <a:pt x="22174" y="35865"/>
                      <a:pt x="22770" y="35535"/>
                      <a:pt x="23579" y="35535"/>
                    </a:cubicBezTo>
                    <a:cubicBezTo>
                      <a:pt x="23899" y="35535"/>
                      <a:pt x="24254" y="35587"/>
                      <a:pt x="24661" y="35655"/>
                    </a:cubicBezTo>
                    <a:cubicBezTo>
                      <a:pt x="24682" y="35658"/>
                      <a:pt x="24703" y="35660"/>
                      <a:pt x="24725" y="35660"/>
                    </a:cubicBezTo>
                    <a:cubicBezTo>
                      <a:pt x="25065" y="35660"/>
                      <a:pt x="25513" y="35293"/>
                      <a:pt x="25854" y="35033"/>
                    </a:cubicBezTo>
                    <a:cubicBezTo>
                      <a:pt x="26267" y="34730"/>
                      <a:pt x="26584" y="34570"/>
                      <a:pt x="26849" y="34570"/>
                    </a:cubicBezTo>
                    <a:cubicBezTo>
                      <a:pt x="27249" y="34570"/>
                      <a:pt x="27529" y="34935"/>
                      <a:pt x="27841" y="35724"/>
                    </a:cubicBezTo>
                    <a:cubicBezTo>
                      <a:pt x="28325" y="36969"/>
                      <a:pt x="29742" y="37574"/>
                      <a:pt x="30952" y="38161"/>
                    </a:cubicBezTo>
                    <a:cubicBezTo>
                      <a:pt x="31712" y="38524"/>
                      <a:pt x="32732" y="38852"/>
                      <a:pt x="32680" y="39716"/>
                    </a:cubicBezTo>
                    <a:cubicBezTo>
                      <a:pt x="32594" y="40753"/>
                      <a:pt x="31488" y="40546"/>
                      <a:pt x="30710" y="40615"/>
                    </a:cubicBezTo>
                    <a:cubicBezTo>
                      <a:pt x="30312" y="40650"/>
                      <a:pt x="29794" y="40598"/>
                      <a:pt x="29673" y="41134"/>
                    </a:cubicBezTo>
                    <a:cubicBezTo>
                      <a:pt x="29552" y="41669"/>
                      <a:pt x="30036" y="41825"/>
                      <a:pt x="30382" y="42032"/>
                    </a:cubicBezTo>
                    <a:cubicBezTo>
                      <a:pt x="30898" y="42336"/>
                      <a:pt x="31474" y="42934"/>
                      <a:pt x="32011" y="42934"/>
                    </a:cubicBezTo>
                    <a:cubicBezTo>
                      <a:pt x="32175" y="42934"/>
                      <a:pt x="32336" y="42878"/>
                      <a:pt x="32490" y="42741"/>
                    </a:cubicBezTo>
                    <a:cubicBezTo>
                      <a:pt x="33354" y="41963"/>
                      <a:pt x="33890" y="40788"/>
                      <a:pt x="34512" y="39751"/>
                    </a:cubicBezTo>
                    <a:cubicBezTo>
                      <a:pt x="34586" y="39617"/>
                      <a:pt x="34289" y="39329"/>
                      <a:pt x="34602" y="39329"/>
                    </a:cubicBezTo>
                    <a:cubicBezTo>
                      <a:pt x="34653" y="39329"/>
                      <a:pt x="34719" y="39337"/>
                      <a:pt x="34806" y="39354"/>
                    </a:cubicBezTo>
                    <a:cubicBezTo>
                      <a:pt x="34890" y="39373"/>
                      <a:pt x="34965" y="39381"/>
                      <a:pt x="35031" y="39381"/>
                    </a:cubicBezTo>
                    <a:cubicBezTo>
                      <a:pt x="35567" y="39381"/>
                      <a:pt x="35557" y="38814"/>
                      <a:pt x="35341" y="38507"/>
                    </a:cubicBezTo>
                    <a:cubicBezTo>
                      <a:pt x="34806" y="37781"/>
                      <a:pt x="34546" y="36658"/>
                      <a:pt x="33561" y="36468"/>
                    </a:cubicBezTo>
                    <a:cubicBezTo>
                      <a:pt x="32248" y="36208"/>
                      <a:pt x="31591" y="35206"/>
                      <a:pt x="30727" y="34411"/>
                    </a:cubicBezTo>
                    <a:cubicBezTo>
                      <a:pt x="30468" y="34169"/>
                      <a:pt x="30278" y="33910"/>
                      <a:pt x="30485" y="33599"/>
                    </a:cubicBezTo>
                    <a:cubicBezTo>
                      <a:pt x="30551" y="33501"/>
                      <a:pt x="30628" y="33465"/>
                      <a:pt x="30705" y="33465"/>
                    </a:cubicBezTo>
                    <a:close/>
                    <a:moveTo>
                      <a:pt x="65829" y="50622"/>
                    </a:moveTo>
                    <a:cubicBezTo>
                      <a:pt x="66138" y="50622"/>
                      <a:pt x="66376" y="50877"/>
                      <a:pt x="66569" y="51209"/>
                    </a:cubicBezTo>
                    <a:cubicBezTo>
                      <a:pt x="67601" y="52923"/>
                      <a:pt x="68767" y="54401"/>
                      <a:pt x="70703" y="54401"/>
                    </a:cubicBezTo>
                    <a:cubicBezTo>
                      <a:pt x="71167" y="54401"/>
                      <a:pt x="71676" y="54316"/>
                      <a:pt x="72237" y="54129"/>
                    </a:cubicBezTo>
                    <a:cubicBezTo>
                      <a:pt x="72263" y="54119"/>
                      <a:pt x="72291" y="54114"/>
                      <a:pt x="72320" y="54114"/>
                    </a:cubicBezTo>
                    <a:cubicBezTo>
                      <a:pt x="72487" y="54114"/>
                      <a:pt x="72701" y="54260"/>
                      <a:pt x="72877" y="54319"/>
                    </a:cubicBezTo>
                    <a:cubicBezTo>
                      <a:pt x="72687" y="54406"/>
                      <a:pt x="72514" y="54527"/>
                      <a:pt x="72358" y="54665"/>
                    </a:cubicBezTo>
                    <a:lnTo>
                      <a:pt x="72358" y="54682"/>
                    </a:lnTo>
                    <a:cubicBezTo>
                      <a:pt x="71675" y="55659"/>
                      <a:pt x="71022" y="56681"/>
                      <a:pt x="69648" y="56681"/>
                    </a:cubicBezTo>
                    <a:cubicBezTo>
                      <a:pt x="69564" y="56681"/>
                      <a:pt x="69476" y="56678"/>
                      <a:pt x="69386" y="56669"/>
                    </a:cubicBezTo>
                    <a:cubicBezTo>
                      <a:pt x="69196" y="56600"/>
                      <a:pt x="68850" y="56549"/>
                      <a:pt x="68850" y="56445"/>
                    </a:cubicBezTo>
                    <a:cubicBezTo>
                      <a:pt x="68660" y="54216"/>
                      <a:pt x="66258" y="53559"/>
                      <a:pt x="65532" y="51727"/>
                    </a:cubicBezTo>
                    <a:cubicBezTo>
                      <a:pt x="65394" y="51381"/>
                      <a:pt x="64945" y="50932"/>
                      <a:pt x="65584" y="50673"/>
                    </a:cubicBezTo>
                    <a:cubicBezTo>
                      <a:pt x="65670" y="50638"/>
                      <a:pt x="65752" y="50622"/>
                      <a:pt x="65829" y="50622"/>
                    </a:cubicBezTo>
                    <a:close/>
                    <a:moveTo>
                      <a:pt x="50497" y="52695"/>
                    </a:moveTo>
                    <a:lnTo>
                      <a:pt x="50497" y="52695"/>
                    </a:lnTo>
                    <a:cubicBezTo>
                      <a:pt x="51016" y="52885"/>
                      <a:pt x="51863" y="52937"/>
                      <a:pt x="52001" y="53265"/>
                    </a:cubicBezTo>
                    <a:cubicBezTo>
                      <a:pt x="53055" y="55840"/>
                      <a:pt x="55734" y="57464"/>
                      <a:pt x="56114" y="60420"/>
                    </a:cubicBezTo>
                    <a:cubicBezTo>
                      <a:pt x="56252" y="61439"/>
                      <a:pt x="57323" y="61802"/>
                      <a:pt x="57859" y="62580"/>
                    </a:cubicBezTo>
                    <a:cubicBezTo>
                      <a:pt x="59294" y="64654"/>
                      <a:pt x="60106" y="66952"/>
                      <a:pt x="60763" y="69337"/>
                    </a:cubicBezTo>
                    <a:cubicBezTo>
                      <a:pt x="58533" y="67643"/>
                      <a:pt x="56615" y="65656"/>
                      <a:pt x="55336" y="63133"/>
                    </a:cubicBezTo>
                    <a:cubicBezTo>
                      <a:pt x="55198" y="62874"/>
                      <a:pt x="55008" y="62614"/>
                      <a:pt x="55008" y="62355"/>
                    </a:cubicBezTo>
                    <a:cubicBezTo>
                      <a:pt x="54990" y="58916"/>
                      <a:pt x="52139" y="56739"/>
                      <a:pt x="51189" y="53697"/>
                    </a:cubicBezTo>
                    <a:cubicBezTo>
                      <a:pt x="51085" y="53334"/>
                      <a:pt x="50739" y="53040"/>
                      <a:pt x="50497" y="52695"/>
                    </a:cubicBezTo>
                    <a:close/>
                    <a:moveTo>
                      <a:pt x="87976" y="1"/>
                    </a:moveTo>
                    <a:cubicBezTo>
                      <a:pt x="87018" y="1"/>
                      <a:pt x="85745" y="1010"/>
                      <a:pt x="84455" y="1127"/>
                    </a:cubicBezTo>
                    <a:cubicBezTo>
                      <a:pt x="83776" y="1176"/>
                      <a:pt x="83111" y="1512"/>
                      <a:pt x="82448" y="1512"/>
                    </a:cubicBezTo>
                    <a:cubicBezTo>
                      <a:pt x="82403" y="1512"/>
                      <a:pt x="82358" y="1511"/>
                      <a:pt x="82313" y="1507"/>
                    </a:cubicBezTo>
                    <a:cubicBezTo>
                      <a:pt x="82281" y="1506"/>
                      <a:pt x="82250" y="1506"/>
                      <a:pt x="82218" y="1506"/>
                    </a:cubicBezTo>
                    <a:cubicBezTo>
                      <a:pt x="80376" y="1506"/>
                      <a:pt x="79245" y="3375"/>
                      <a:pt x="77443" y="3375"/>
                    </a:cubicBezTo>
                    <a:cubicBezTo>
                      <a:pt x="77340" y="3375"/>
                      <a:pt x="77235" y="3369"/>
                      <a:pt x="77128" y="3356"/>
                    </a:cubicBezTo>
                    <a:cubicBezTo>
                      <a:pt x="77026" y="3344"/>
                      <a:pt x="76928" y="3335"/>
                      <a:pt x="76837" y="3335"/>
                    </a:cubicBezTo>
                    <a:cubicBezTo>
                      <a:pt x="76434" y="3335"/>
                      <a:pt x="76136" y="3491"/>
                      <a:pt x="75953" y="4082"/>
                    </a:cubicBezTo>
                    <a:cubicBezTo>
                      <a:pt x="75843" y="4459"/>
                      <a:pt x="75132" y="4980"/>
                      <a:pt x="74758" y="4980"/>
                    </a:cubicBezTo>
                    <a:cubicBezTo>
                      <a:pt x="74720" y="4980"/>
                      <a:pt x="74687" y="4974"/>
                      <a:pt x="74657" y="4964"/>
                    </a:cubicBezTo>
                    <a:cubicBezTo>
                      <a:pt x="73910" y="4715"/>
                      <a:pt x="73366" y="4590"/>
                      <a:pt x="73013" y="4590"/>
                    </a:cubicBezTo>
                    <a:cubicBezTo>
                      <a:pt x="72190" y="4590"/>
                      <a:pt x="72409" y="5268"/>
                      <a:pt x="73534" y="6623"/>
                    </a:cubicBezTo>
                    <a:cubicBezTo>
                      <a:pt x="73585" y="6692"/>
                      <a:pt x="73499" y="6882"/>
                      <a:pt x="73482" y="7003"/>
                    </a:cubicBezTo>
                    <a:cubicBezTo>
                      <a:pt x="73413" y="6968"/>
                      <a:pt x="73292" y="6951"/>
                      <a:pt x="73240" y="6882"/>
                    </a:cubicBezTo>
                    <a:cubicBezTo>
                      <a:pt x="72877" y="6381"/>
                      <a:pt x="72324" y="5914"/>
                      <a:pt x="72220" y="5344"/>
                    </a:cubicBezTo>
                    <a:cubicBezTo>
                      <a:pt x="72065" y="4531"/>
                      <a:pt x="71961" y="3840"/>
                      <a:pt x="71010" y="3650"/>
                    </a:cubicBezTo>
                    <a:cubicBezTo>
                      <a:pt x="70839" y="3615"/>
                      <a:pt x="70680" y="3599"/>
                      <a:pt x="70533" y="3599"/>
                    </a:cubicBezTo>
                    <a:cubicBezTo>
                      <a:pt x="69359" y="3599"/>
                      <a:pt x="68898" y="4626"/>
                      <a:pt x="68315" y="5517"/>
                    </a:cubicBezTo>
                    <a:cubicBezTo>
                      <a:pt x="67865" y="6208"/>
                      <a:pt x="68349" y="6536"/>
                      <a:pt x="68729" y="6934"/>
                    </a:cubicBezTo>
                    <a:cubicBezTo>
                      <a:pt x="68798" y="7003"/>
                      <a:pt x="68850" y="7089"/>
                      <a:pt x="68902" y="7176"/>
                    </a:cubicBezTo>
                    <a:cubicBezTo>
                      <a:pt x="68817" y="7188"/>
                      <a:pt x="68731" y="7200"/>
                      <a:pt x="68645" y="7200"/>
                    </a:cubicBezTo>
                    <a:cubicBezTo>
                      <a:pt x="68610" y="7200"/>
                      <a:pt x="68575" y="7198"/>
                      <a:pt x="68539" y="7193"/>
                    </a:cubicBezTo>
                    <a:cubicBezTo>
                      <a:pt x="67376" y="7024"/>
                      <a:pt x="66212" y="6691"/>
                      <a:pt x="65033" y="6691"/>
                    </a:cubicBezTo>
                    <a:cubicBezTo>
                      <a:pt x="65003" y="6691"/>
                      <a:pt x="64974" y="6691"/>
                      <a:pt x="64945" y="6692"/>
                    </a:cubicBezTo>
                    <a:cubicBezTo>
                      <a:pt x="64584" y="6692"/>
                      <a:pt x="63909" y="6196"/>
                      <a:pt x="63437" y="6196"/>
                    </a:cubicBezTo>
                    <a:cubicBezTo>
                      <a:pt x="63072" y="6196"/>
                      <a:pt x="62827" y="6492"/>
                      <a:pt x="62940" y="7538"/>
                    </a:cubicBezTo>
                    <a:cubicBezTo>
                      <a:pt x="62940" y="7608"/>
                      <a:pt x="62525" y="7711"/>
                      <a:pt x="62283" y="7798"/>
                    </a:cubicBezTo>
                    <a:cubicBezTo>
                      <a:pt x="61879" y="7955"/>
                      <a:pt x="61464" y="8005"/>
                      <a:pt x="61043" y="8005"/>
                    </a:cubicBezTo>
                    <a:cubicBezTo>
                      <a:pt x="60325" y="8005"/>
                      <a:pt x="59591" y="7860"/>
                      <a:pt x="58870" y="7860"/>
                    </a:cubicBezTo>
                    <a:cubicBezTo>
                      <a:pt x="58295" y="7860"/>
                      <a:pt x="57729" y="7952"/>
                      <a:pt x="57185" y="8282"/>
                    </a:cubicBezTo>
                    <a:cubicBezTo>
                      <a:pt x="56736" y="8610"/>
                      <a:pt x="56304" y="8938"/>
                      <a:pt x="55837" y="9267"/>
                    </a:cubicBezTo>
                    <a:cubicBezTo>
                      <a:pt x="55671" y="9381"/>
                      <a:pt x="55417" y="9527"/>
                      <a:pt x="55226" y="9527"/>
                    </a:cubicBezTo>
                    <a:cubicBezTo>
                      <a:pt x="55100" y="9527"/>
                      <a:pt x="55001" y="9463"/>
                      <a:pt x="54973" y="9284"/>
                    </a:cubicBezTo>
                    <a:cubicBezTo>
                      <a:pt x="54819" y="8258"/>
                      <a:pt x="54209" y="8003"/>
                      <a:pt x="53545" y="8003"/>
                    </a:cubicBezTo>
                    <a:cubicBezTo>
                      <a:pt x="53313" y="8003"/>
                      <a:pt x="53075" y="8034"/>
                      <a:pt x="52848" y="8074"/>
                    </a:cubicBezTo>
                    <a:cubicBezTo>
                      <a:pt x="51897" y="8264"/>
                      <a:pt x="52416" y="9232"/>
                      <a:pt x="52295" y="9854"/>
                    </a:cubicBezTo>
                    <a:cubicBezTo>
                      <a:pt x="52156" y="10615"/>
                      <a:pt x="51344" y="10096"/>
                      <a:pt x="50998" y="10545"/>
                    </a:cubicBezTo>
                    <a:cubicBezTo>
                      <a:pt x="50949" y="10609"/>
                      <a:pt x="50910" y="10635"/>
                      <a:pt x="50880" y="10635"/>
                    </a:cubicBezTo>
                    <a:cubicBezTo>
                      <a:pt x="50805" y="10635"/>
                      <a:pt x="50789" y="10469"/>
                      <a:pt x="50826" y="10321"/>
                    </a:cubicBezTo>
                    <a:cubicBezTo>
                      <a:pt x="51033" y="8990"/>
                      <a:pt x="50221" y="8541"/>
                      <a:pt x="49115" y="8161"/>
                    </a:cubicBezTo>
                    <a:cubicBezTo>
                      <a:pt x="46903" y="7400"/>
                      <a:pt x="44535" y="7176"/>
                      <a:pt x="42392" y="6070"/>
                    </a:cubicBezTo>
                    <a:cubicBezTo>
                      <a:pt x="41667" y="5697"/>
                      <a:pt x="40852" y="5536"/>
                      <a:pt x="40032" y="5536"/>
                    </a:cubicBezTo>
                    <a:cubicBezTo>
                      <a:pt x="39367" y="5536"/>
                      <a:pt x="38699" y="5642"/>
                      <a:pt x="38072" y="5828"/>
                    </a:cubicBezTo>
                    <a:cubicBezTo>
                      <a:pt x="36033" y="6432"/>
                      <a:pt x="33838" y="6502"/>
                      <a:pt x="31989" y="7642"/>
                    </a:cubicBezTo>
                    <a:cubicBezTo>
                      <a:pt x="31263" y="8074"/>
                      <a:pt x="29206" y="7296"/>
                      <a:pt x="30226" y="9457"/>
                    </a:cubicBezTo>
                    <a:cubicBezTo>
                      <a:pt x="30278" y="9578"/>
                      <a:pt x="29984" y="9854"/>
                      <a:pt x="29863" y="10079"/>
                    </a:cubicBezTo>
                    <a:cubicBezTo>
                      <a:pt x="28653" y="12412"/>
                      <a:pt x="26234" y="13224"/>
                      <a:pt x="24229" y="14555"/>
                    </a:cubicBezTo>
                    <a:cubicBezTo>
                      <a:pt x="22536" y="15661"/>
                      <a:pt x="23486" y="17112"/>
                      <a:pt x="24022" y="18236"/>
                    </a:cubicBezTo>
                    <a:cubicBezTo>
                      <a:pt x="24328" y="18880"/>
                      <a:pt x="24972" y="19241"/>
                      <a:pt x="25627" y="19241"/>
                    </a:cubicBezTo>
                    <a:cubicBezTo>
                      <a:pt x="26008" y="19241"/>
                      <a:pt x="26393" y="19119"/>
                      <a:pt x="26718" y="18858"/>
                    </a:cubicBezTo>
                    <a:cubicBezTo>
                      <a:pt x="27228" y="18470"/>
                      <a:pt x="27609" y="18306"/>
                      <a:pt x="27903" y="18306"/>
                    </a:cubicBezTo>
                    <a:cubicBezTo>
                      <a:pt x="28524" y="18306"/>
                      <a:pt x="28748" y="19042"/>
                      <a:pt x="28947" y="19946"/>
                    </a:cubicBezTo>
                    <a:cubicBezTo>
                      <a:pt x="28982" y="20223"/>
                      <a:pt x="28999" y="20499"/>
                      <a:pt x="28982" y="20776"/>
                    </a:cubicBezTo>
                    <a:cubicBezTo>
                      <a:pt x="28774" y="20551"/>
                      <a:pt x="28446" y="20396"/>
                      <a:pt x="28342" y="20119"/>
                    </a:cubicBezTo>
                    <a:cubicBezTo>
                      <a:pt x="28124" y="19474"/>
                      <a:pt x="27849" y="19234"/>
                      <a:pt x="27528" y="19234"/>
                    </a:cubicBezTo>
                    <a:cubicBezTo>
                      <a:pt x="27212" y="19234"/>
                      <a:pt x="26853" y="19465"/>
                      <a:pt x="26459" y="19774"/>
                    </a:cubicBezTo>
                    <a:cubicBezTo>
                      <a:pt x="25646" y="20379"/>
                      <a:pt x="25958" y="21260"/>
                      <a:pt x="26130" y="21899"/>
                    </a:cubicBezTo>
                    <a:cubicBezTo>
                      <a:pt x="26459" y="23092"/>
                      <a:pt x="25802" y="23420"/>
                      <a:pt x="24938" y="23627"/>
                    </a:cubicBezTo>
                    <a:cubicBezTo>
                      <a:pt x="23901" y="23852"/>
                      <a:pt x="23072" y="24267"/>
                      <a:pt x="22553" y="25269"/>
                    </a:cubicBezTo>
                    <a:cubicBezTo>
                      <a:pt x="22273" y="25790"/>
                      <a:pt x="21682" y="26043"/>
                      <a:pt x="21157" y="26043"/>
                    </a:cubicBezTo>
                    <a:cubicBezTo>
                      <a:pt x="21003" y="26043"/>
                      <a:pt x="20855" y="26021"/>
                      <a:pt x="20721" y="25978"/>
                    </a:cubicBezTo>
                    <a:cubicBezTo>
                      <a:pt x="20116" y="25788"/>
                      <a:pt x="20963" y="25390"/>
                      <a:pt x="20946" y="24993"/>
                    </a:cubicBezTo>
                    <a:cubicBezTo>
                      <a:pt x="20929" y="24543"/>
                      <a:pt x="20738" y="24129"/>
                      <a:pt x="20410" y="23835"/>
                    </a:cubicBezTo>
                    <a:cubicBezTo>
                      <a:pt x="19477" y="22798"/>
                      <a:pt x="18354" y="21709"/>
                      <a:pt x="18215" y="20327"/>
                    </a:cubicBezTo>
                    <a:cubicBezTo>
                      <a:pt x="18098" y="19205"/>
                      <a:pt x="17332" y="17921"/>
                      <a:pt x="16200" y="17921"/>
                    </a:cubicBezTo>
                    <a:cubicBezTo>
                      <a:pt x="16163" y="17921"/>
                      <a:pt x="16127" y="17922"/>
                      <a:pt x="16090" y="17925"/>
                    </a:cubicBezTo>
                    <a:cubicBezTo>
                      <a:pt x="15105" y="17976"/>
                      <a:pt x="14068" y="18391"/>
                      <a:pt x="13930" y="19221"/>
                    </a:cubicBezTo>
                    <a:cubicBezTo>
                      <a:pt x="13670" y="20430"/>
                      <a:pt x="14137" y="21709"/>
                      <a:pt x="15122" y="22470"/>
                    </a:cubicBezTo>
                    <a:cubicBezTo>
                      <a:pt x="15952" y="23109"/>
                      <a:pt x="15952" y="23161"/>
                      <a:pt x="15589" y="23489"/>
                    </a:cubicBezTo>
                    <a:cubicBezTo>
                      <a:pt x="14448" y="24526"/>
                      <a:pt x="14915" y="26116"/>
                      <a:pt x="14292" y="27377"/>
                    </a:cubicBezTo>
                    <a:cubicBezTo>
                      <a:pt x="14143" y="27687"/>
                      <a:pt x="14420" y="27822"/>
                      <a:pt x="14760" y="27822"/>
                    </a:cubicBezTo>
                    <a:cubicBezTo>
                      <a:pt x="14932" y="27822"/>
                      <a:pt x="15121" y="27787"/>
                      <a:pt x="15278" y="27723"/>
                    </a:cubicBezTo>
                    <a:cubicBezTo>
                      <a:pt x="16510" y="27249"/>
                      <a:pt x="17772" y="26919"/>
                      <a:pt x="19089" y="26919"/>
                    </a:cubicBezTo>
                    <a:cubicBezTo>
                      <a:pt x="19212" y="26919"/>
                      <a:pt x="19336" y="26922"/>
                      <a:pt x="19460" y="26928"/>
                    </a:cubicBezTo>
                    <a:lnTo>
                      <a:pt x="19874" y="26928"/>
                    </a:lnTo>
                    <a:cubicBezTo>
                      <a:pt x="19840" y="26997"/>
                      <a:pt x="19823" y="27136"/>
                      <a:pt x="19753" y="27153"/>
                    </a:cubicBezTo>
                    <a:cubicBezTo>
                      <a:pt x="18630" y="27585"/>
                      <a:pt x="17507" y="28138"/>
                      <a:pt x="16349" y="28414"/>
                    </a:cubicBezTo>
                    <a:cubicBezTo>
                      <a:pt x="15692" y="28570"/>
                      <a:pt x="14915" y="28432"/>
                      <a:pt x="14707" y="29209"/>
                    </a:cubicBezTo>
                    <a:cubicBezTo>
                      <a:pt x="14500" y="30004"/>
                      <a:pt x="15260" y="30194"/>
                      <a:pt x="15813" y="30505"/>
                    </a:cubicBezTo>
                    <a:cubicBezTo>
                      <a:pt x="17161" y="31318"/>
                      <a:pt x="17369" y="32493"/>
                      <a:pt x="16867" y="33910"/>
                    </a:cubicBezTo>
                    <a:cubicBezTo>
                      <a:pt x="16664" y="34503"/>
                      <a:pt x="16349" y="34660"/>
                      <a:pt x="15995" y="34660"/>
                    </a:cubicBezTo>
                    <a:cubicBezTo>
                      <a:pt x="15626" y="34660"/>
                      <a:pt x="15216" y="34489"/>
                      <a:pt x="14846" y="34463"/>
                    </a:cubicBezTo>
                    <a:cubicBezTo>
                      <a:pt x="13916" y="34396"/>
                      <a:pt x="12987" y="34203"/>
                      <a:pt x="12042" y="34203"/>
                    </a:cubicBezTo>
                    <a:cubicBezTo>
                      <a:pt x="12003" y="34203"/>
                      <a:pt x="11964" y="34203"/>
                      <a:pt x="11925" y="34204"/>
                    </a:cubicBezTo>
                    <a:cubicBezTo>
                      <a:pt x="10957" y="34221"/>
                      <a:pt x="9834" y="34446"/>
                      <a:pt x="9989" y="35759"/>
                    </a:cubicBezTo>
                    <a:cubicBezTo>
                      <a:pt x="10128" y="37072"/>
                      <a:pt x="9834" y="38196"/>
                      <a:pt x="9592" y="39440"/>
                    </a:cubicBezTo>
                    <a:cubicBezTo>
                      <a:pt x="9385" y="40425"/>
                      <a:pt x="8693" y="42136"/>
                      <a:pt x="10542" y="42464"/>
                    </a:cubicBezTo>
                    <a:cubicBezTo>
                      <a:pt x="12305" y="42758"/>
                      <a:pt x="12668" y="43173"/>
                      <a:pt x="11735" y="44693"/>
                    </a:cubicBezTo>
                    <a:cubicBezTo>
                      <a:pt x="11389" y="45298"/>
                      <a:pt x="10888" y="45817"/>
                      <a:pt x="10300" y="46180"/>
                    </a:cubicBezTo>
                    <a:cubicBezTo>
                      <a:pt x="9108" y="46871"/>
                      <a:pt x="8175" y="47752"/>
                      <a:pt x="8313" y="49342"/>
                    </a:cubicBezTo>
                    <a:cubicBezTo>
                      <a:pt x="8365" y="49964"/>
                      <a:pt x="8140" y="50707"/>
                      <a:pt x="7535" y="50967"/>
                    </a:cubicBezTo>
                    <a:cubicBezTo>
                      <a:pt x="5168" y="52021"/>
                      <a:pt x="3768" y="53991"/>
                      <a:pt x="2662" y="56168"/>
                    </a:cubicBezTo>
                    <a:cubicBezTo>
                      <a:pt x="1781" y="57931"/>
                      <a:pt x="122" y="59469"/>
                      <a:pt x="1279" y="61888"/>
                    </a:cubicBezTo>
                    <a:cubicBezTo>
                      <a:pt x="1936" y="63236"/>
                      <a:pt x="1573" y="64792"/>
                      <a:pt x="830" y="66209"/>
                    </a:cubicBezTo>
                    <a:cubicBezTo>
                      <a:pt x="1" y="67781"/>
                      <a:pt x="744" y="70477"/>
                      <a:pt x="2126" y="71687"/>
                    </a:cubicBezTo>
                    <a:cubicBezTo>
                      <a:pt x="2420" y="71946"/>
                      <a:pt x="2662" y="72240"/>
                      <a:pt x="2818" y="72586"/>
                    </a:cubicBezTo>
                    <a:cubicBezTo>
                      <a:pt x="4027" y="75040"/>
                      <a:pt x="5462" y="77303"/>
                      <a:pt x="7881" y="78755"/>
                    </a:cubicBezTo>
                    <a:cubicBezTo>
                      <a:pt x="8455" y="79100"/>
                      <a:pt x="9053" y="79742"/>
                      <a:pt x="9645" y="79742"/>
                    </a:cubicBezTo>
                    <a:cubicBezTo>
                      <a:pt x="9766" y="79742"/>
                      <a:pt x="9887" y="79715"/>
                      <a:pt x="10007" y="79654"/>
                    </a:cubicBezTo>
                    <a:cubicBezTo>
                      <a:pt x="12824" y="78254"/>
                      <a:pt x="16142" y="79844"/>
                      <a:pt x="18889" y="77874"/>
                    </a:cubicBezTo>
                    <a:cubicBezTo>
                      <a:pt x="19326" y="77562"/>
                      <a:pt x="19938" y="77352"/>
                      <a:pt x="20558" y="77352"/>
                    </a:cubicBezTo>
                    <a:cubicBezTo>
                      <a:pt x="21313" y="77352"/>
                      <a:pt x="22079" y="77663"/>
                      <a:pt x="22553" y="78479"/>
                    </a:cubicBezTo>
                    <a:cubicBezTo>
                      <a:pt x="23034" y="79313"/>
                      <a:pt x="23538" y="79650"/>
                      <a:pt x="24283" y="79650"/>
                    </a:cubicBezTo>
                    <a:cubicBezTo>
                      <a:pt x="24448" y="79650"/>
                      <a:pt x="24626" y="79633"/>
                      <a:pt x="24817" y="79602"/>
                    </a:cubicBezTo>
                    <a:cubicBezTo>
                      <a:pt x="24994" y="79574"/>
                      <a:pt x="25161" y="79561"/>
                      <a:pt x="25317" y="79561"/>
                    </a:cubicBezTo>
                    <a:cubicBezTo>
                      <a:pt x="26715" y="79561"/>
                      <a:pt x="27271" y="80640"/>
                      <a:pt x="26960" y="82194"/>
                    </a:cubicBezTo>
                    <a:cubicBezTo>
                      <a:pt x="26683" y="83611"/>
                      <a:pt x="25750" y="85218"/>
                      <a:pt x="26545" y="86480"/>
                    </a:cubicBezTo>
                    <a:cubicBezTo>
                      <a:pt x="27461" y="87966"/>
                      <a:pt x="28515" y="89400"/>
                      <a:pt x="29206" y="90973"/>
                    </a:cubicBezTo>
                    <a:cubicBezTo>
                      <a:pt x="30416" y="93721"/>
                      <a:pt x="31298" y="96641"/>
                      <a:pt x="29777" y="99631"/>
                    </a:cubicBezTo>
                    <a:cubicBezTo>
                      <a:pt x="28809" y="101515"/>
                      <a:pt x="28619" y="103502"/>
                      <a:pt x="29535" y="105369"/>
                    </a:cubicBezTo>
                    <a:cubicBezTo>
                      <a:pt x="30503" y="107321"/>
                      <a:pt x="31228" y="109274"/>
                      <a:pt x="31488" y="111469"/>
                    </a:cubicBezTo>
                    <a:cubicBezTo>
                      <a:pt x="31712" y="113456"/>
                      <a:pt x="31695" y="115599"/>
                      <a:pt x="33371" y="117172"/>
                    </a:cubicBezTo>
                    <a:cubicBezTo>
                      <a:pt x="34322" y="118088"/>
                      <a:pt x="34581" y="119436"/>
                      <a:pt x="35013" y="120645"/>
                    </a:cubicBezTo>
                    <a:cubicBezTo>
                      <a:pt x="35393" y="121717"/>
                      <a:pt x="34546" y="123065"/>
                      <a:pt x="35843" y="123998"/>
                    </a:cubicBezTo>
                    <a:cubicBezTo>
                      <a:pt x="36206" y="124270"/>
                      <a:pt x="36549" y="124368"/>
                      <a:pt x="36881" y="124368"/>
                    </a:cubicBezTo>
                    <a:cubicBezTo>
                      <a:pt x="37735" y="124368"/>
                      <a:pt x="38515" y="123721"/>
                      <a:pt x="39372" y="123721"/>
                    </a:cubicBezTo>
                    <a:cubicBezTo>
                      <a:pt x="39388" y="123721"/>
                      <a:pt x="39404" y="123721"/>
                      <a:pt x="39420" y="123721"/>
                    </a:cubicBezTo>
                    <a:cubicBezTo>
                      <a:pt x="39526" y="123724"/>
                      <a:pt x="39630" y="123725"/>
                      <a:pt x="39734" y="123725"/>
                    </a:cubicBezTo>
                    <a:cubicBezTo>
                      <a:pt x="44937" y="123725"/>
                      <a:pt x="47636" y="120353"/>
                      <a:pt x="49754" y="116100"/>
                    </a:cubicBezTo>
                    <a:cubicBezTo>
                      <a:pt x="50186" y="115236"/>
                      <a:pt x="49720" y="113957"/>
                      <a:pt x="50826" y="113508"/>
                    </a:cubicBezTo>
                    <a:cubicBezTo>
                      <a:pt x="52761" y="112713"/>
                      <a:pt x="53193" y="111175"/>
                      <a:pt x="52692" y="109499"/>
                    </a:cubicBezTo>
                    <a:cubicBezTo>
                      <a:pt x="51949" y="107028"/>
                      <a:pt x="53297" y="106112"/>
                      <a:pt x="55181" y="105282"/>
                    </a:cubicBezTo>
                    <a:cubicBezTo>
                      <a:pt x="57773" y="104107"/>
                      <a:pt x="59449" y="98370"/>
                      <a:pt x="57963" y="96071"/>
                    </a:cubicBezTo>
                    <a:cubicBezTo>
                      <a:pt x="56770" y="94239"/>
                      <a:pt x="57099" y="92217"/>
                      <a:pt x="57444" y="90316"/>
                    </a:cubicBezTo>
                    <a:cubicBezTo>
                      <a:pt x="57911" y="87621"/>
                      <a:pt x="59933" y="85823"/>
                      <a:pt x="61851" y="84164"/>
                    </a:cubicBezTo>
                    <a:cubicBezTo>
                      <a:pt x="65601" y="80915"/>
                      <a:pt x="68055" y="76992"/>
                      <a:pt x="69109" y="72171"/>
                    </a:cubicBezTo>
                    <a:cubicBezTo>
                      <a:pt x="69271" y="71459"/>
                      <a:pt x="69266" y="70656"/>
                      <a:pt x="68371" y="70656"/>
                    </a:cubicBezTo>
                    <a:cubicBezTo>
                      <a:pt x="68311" y="70656"/>
                      <a:pt x="68246" y="70660"/>
                      <a:pt x="68176" y="70667"/>
                    </a:cubicBezTo>
                    <a:cubicBezTo>
                      <a:pt x="67157" y="70788"/>
                      <a:pt x="66154" y="71151"/>
                      <a:pt x="65152" y="71462"/>
                    </a:cubicBezTo>
                    <a:cubicBezTo>
                      <a:pt x="63960" y="71826"/>
                      <a:pt x="63201" y="72060"/>
                      <a:pt x="62664" y="72060"/>
                    </a:cubicBezTo>
                    <a:cubicBezTo>
                      <a:pt x="61727" y="72060"/>
                      <a:pt x="61469" y="71346"/>
                      <a:pt x="60772" y="69363"/>
                    </a:cubicBezTo>
                    <a:lnTo>
                      <a:pt x="60772" y="69363"/>
                    </a:lnTo>
                    <a:cubicBezTo>
                      <a:pt x="61180" y="69747"/>
                      <a:pt x="61467" y="70422"/>
                      <a:pt x="62074" y="70422"/>
                    </a:cubicBezTo>
                    <a:cubicBezTo>
                      <a:pt x="62180" y="70422"/>
                      <a:pt x="62295" y="70402"/>
                      <a:pt x="62422" y="70356"/>
                    </a:cubicBezTo>
                    <a:cubicBezTo>
                      <a:pt x="63925" y="69769"/>
                      <a:pt x="65359" y="68957"/>
                      <a:pt x="66897" y="68455"/>
                    </a:cubicBezTo>
                    <a:cubicBezTo>
                      <a:pt x="68660" y="67868"/>
                      <a:pt x="69732" y="66209"/>
                      <a:pt x="71391" y="65639"/>
                    </a:cubicBezTo>
                    <a:cubicBezTo>
                      <a:pt x="73706" y="64844"/>
                      <a:pt x="76713" y="61716"/>
                      <a:pt x="76852" y="59383"/>
                    </a:cubicBezTo>
                    <a:cubicBezTo>
                      <a:pt x="76834" y="59072"/>
                      <a:pt x="76713" y="58778"/>
                      <a:pt x="76506" y="58553"/>
                    </a:cubicBezTo>
                    <a:cubicBezTo>
                      <a:pt x="75918" y="57810"/>
                      <a:pt x="75279" y="57153"/>
                      <a:pt x="74294" y="56894"/>
                    </a:cubicBezTo>
                    <a:cubicBezTo>
                      <a:pt x="73724" y="56739"/>
                      <a:pt x="73378" y="56151"/>
                      <a:pt x="73516" y="55581"/>
                    </a:cubicBezTo>
                    <a:cubicBezTo>
                      <a:pt x="73547" y="55481"/>
                      <a:pt x="73596" y="55443"/>
                      <a:pt x="73658" y="55443"/>
                    </a:cubicBezTo>
                    <a:cubicBezTo>
                      <a:pt x="73842" y="55443"/>
                      <a:pt x="74139" y="55775"/>
                      <a:pt x="74398" y="55788"/>
                    </a:cubicBezTo>
                    <a:cubicBezTo>
                      <a:pt x="75366" y="55855"/>
                      <a:pt x="76333" y="56083"/>
                      <a:pt x="77301" y="56083"/>
                    </a:cubicBezTo>
                    <a:cubicBezTo>
                      <a:pt x="77336" y="56083"/>
                      <a:pt x="77370" y="56083"/>
                      <a:pt x="77405" y="56082"/>
                    </a:cubicBezTo>
                    <a:cubicBezTo>
                      <a:pt x="77727" y="56077"/>
                      <a:pt x="78047" y="56073"/>
                      <a:pt x="78365" y="56073"/>
                    </a:cubicBezTo>
                    <a:cubicBezTo>
                      <a:pt x="81373" y="56073"/>
                      <a:pt x="84145" y="56432"/>
                      <a:pt x="85786" y="59746"/>
                    </a:cubicBezTo>
                    <a:cubicBezTo>
                      <a:pt x="86136" y="60461"/>
                      <a:pt x="86996" y="61297"/>
                      <a:pt x="88011" y="61297"/>
                    </a:cubicBezTo>
                    <a:cubicBezTo>
                      <a:pt x="88148" y="61297"/>
                      <a:pt x="88288" y="61282"/>
                      <a:pt x="88430" y="61249"/>
                    </a:cubicBezTo>
                    <a:cubicBezTo>
                      <a:pt x="88585" y="61214"/>
                      <a:pt x="88707" y="61197"/>
                      <a:pt x="88805" y="61197"/>
                    </a:cubicBezTo>
                    <a:cubicBezTo>
                      <a:pt x="89186" y="61197"/>
                      <a:pt x="89184" y="61451"/>
                      <a:pt x="89225" y="61837"/>
                    </a:cubicBezTo>
                    <a:cubicBezTo>
                      <a:pt x="89830" y="66554"/>
                      <a:pt x="91990" y="70685"/>
                      <a:pt x="94133" y="74832"/>
                    </a:cubicBezTo>
                    <a:cubicBezTo>
                      <a:pt x="94475" y="75487"/>
                      <a:pt x="94875" y="75911"/>
                      <a:pt x="95290" y="75911"/>
                    </a:cubicBezTo>
                    <a:cubicBezTo>
                      <a:pt x="95652" y="75911"/>
                      <a:pt x="96025" y="75588"/>
                      <a:pt x="96380" y="74815"/>
                    </a:cubicBezTo>
                    <a:cubicBezTo>
                      <a:pt x="96622" y="74297"/>
                      <a:pt x="97036" y="73847"/>
                      <a:pt x="97382" y="73381"/>
                    </a:cubicBezTo>
                    <a:lnTo>
                      <a:pt x="97538" y="73225"/>
                    </a:lnTo>
                    <a:cubicBezTo>
                      <a:pt x="98212" y="71618"/>
                      <a:pt x="98056" y="69993"/>
                      <a:pt x="97831" y="68317"/>
                    </a:cubicBezTo>
                    <a:cubicBezTo>
                      <a:pt x="97762" y="67833"/>
                      <a:pt x="97589" y="67211"/>
                      <a:pt x="98194" y="67073"/>
                    </a:cubicBezTo>
                    <a:cubicBezTo>
                      <a:pt x="99784" y="66693"/>
                      <a:pt x="100268" y="65258"/>
                      <a:pt x="101149" y="64187"/>
                    </a:cubicBezTo>
                    <a:cubicBezTo>
                      <a:pt x="102117" y="63029"/>
                      <a:pt x="103137" y="61629"/>
                      <a:pt x="104243" y="60903"/>
                    </a:cubicBezTo>
                    <a:cubicBezTo>
                      <a:pt x="104825" y="60515"/>
                      <a:pt x="105739" y="59942"/>
                      <a:pt x="106690" y="59942"/>
                    </a:cubicBezTo>
                    <a:cubicBezTo>
                      <a:pt x="107432" y="59942"/>
                      <a:pt x="108196" y="60292"/>
                      <a:pt x="108840" y="61353"/>
                    </a:cubicBezTo>
                    <a:cubicBezTo>
                      <a:pt x="109600" y="62632"/>
                      <a:pt x="110965" y="63565"/>
                      <a:pt x="111017" y="65258"/>
                    </a:cubicBezTo>
                    <a:cubicBezTo>
                      <a:pt x="111034" y="65777"/>
                      <a:pt x="110793" y="66433"/>
                      <a:pt x="111536" y="66693"/>
                    </a:cubicBezTo>
                    <a:cubicBezTo>
                      <a:pt x="111822" y="66788"/>
                      <a:pt x="112112" y="66862"/>
                      <a:pt x="112391" y="66862"/>
                    </a:cubicBezTo>
                    <a:cubicBezTo>
                      <a:pt x="112769" y="66862"/>
                      <a:pt x="113129" y="66727"/>
                      <a:pt x="113437" y="66330"/>
                    </a:cubicBezTo>
                    <a:cubicBezTo>
                      <a:pt x="113540" y="66205"/>
                      <a:pt x="113700" y="66031"/>
                      <a:pt x="113856" y="66031"/>
                    </a:cubicBezTo>
                    <a:cubicBezTo>
                      <a:pt x="113960" y="66031"/>
                      <a:pt x="114062" y="66109"/>
                      <a:pt x="114145" y="66330"/>
                    </a:cubicBezTo>
                    <a:cubicBezTo>
                      <a:pt x="114543" y="67470"/>
                      <a:pt x="114802" y="68663"/>
                      <a:pt x="115286" y="69769"/>
                    </a:cubicBezTo>
                    <a:cubicBezTo>
                      <a:pt x="116271" y="72033"/>
                      <a:pt x="114940" y="74677"/>
                      <a:pt x="116858" y="76871"/>
                    </a:cubicBezTo>
                    <a:cubicBezTo>
                      <a:pt x="118241" y="78461"/>
                      <a:pt x="118362" y="80915"/>
                      <a:pt x="119900" y="82540"/>
                    </a:cubicBezTo>
                    <a:cubicBezTo>
                      <a:pt x="120401" y="82799"/>
                      <a:pt x="120885" y="83058"/>
                      <a:pt x="121386" y="83300"/>
                    </a:cubicBezTo>
                    <a:cubicBezTo>
                      <a:pt x="121538" y="83368"/>
                      <a:pt x="121699" y="83403"/>
                      <a:pt x="121846" y="83403"/>
                    </a:cubicBezTo>
                    <a:cubicBezTo>
                      <a:pt x="122184" y="83403"/>
                      <a:pt x="122445" y="83219"/>
                      <a:pt x="122337" y="82834"/>
                    </a:cubicBezTo>
                    <a:cubicBezTo>
                      <a:pt x="121818" y="80915"/>
                      <a:pt x="121991" y="78790"/>
                      <a:pt x="119969" y="77355"/>
                    </a:cubicBezTo>
                    <a:cubicBezTo>
                      <a:pt x="118414" y="76249"/>
                      <a:pt x="117239" y="74521"/>
                      <a:pt x="117463" y="72378"/>
                    </a:cubicBezTo>
                    <a:cubicBezTo>
                      <a:pt x="117528" y="71821"/>
                      <a:pt x="116912" y="70437"/>
                      <a:pt x="117695" y="70437"/>
                    </a:cubicBezTo>
                    <a:cubicBezTo>
                      <a:pt x="117955" y="70437"/>
                      <a:pt x="118371" y="70590"/>
                      <a:pt x="119019" y="70979"/>
                    </a:cubicBezTo>
                    <a:cubicBezTo>
                      <a:pt x="120194" y="71704"/>
                      <a:pt x="121386" y="72655"/>
                      <a:pt x="121749" y="73605"/>
                    </a:cubicBezTo>
                    <a:cubicBezTo>
                      <a:pt x="122096" y="74553"/>
                      <a:pt x="122434" y="74868"/>
                      <a:pt x="122776" y="74868"/>
                    </a:cubicBezTo>
                    <a:cubicBezTo>
                      <a:pt x="123251" y="74868"/>
                      <a:pt x="123732" y="74261"/>
                      <a:pt x="124255" y="73899"/>
                    </a:cubicBezTo>
                    <a:cubicBezTo>
                      <a:pt x="124531" y="73709"/>
                      <a:pt x="124721" y="73363"/>
                      <a:pt x="125015" y="73208"/>
                    </a:cubicBezTo>
                    <a:cubicBezTo>
                      <a:pt x="126743" y="72292"/>
                      <a:pt x="127210" y="70961"/>
                      <a:pt x="126743" y="69043"/>
                    </a:cubicBezTo>
                    <a:cubicBezTo>
                      <a:pt x="126294" y="67159"/>
                      <a:pt x="125292" y="65725"/>
                      <a:pt x="123892" y="64533"/>
                    </a:cubicBezTo>
                    <a:cubicBezTo>
                      <a:pt x="122596" y="63409"/>
                      <a:pt x="122285" y="62459"/>
                      <a:pt x="123546" y="61059"/>
                    </a:cubicBezTo>
                    <a:cubicBezTo>
                      <a:pt x="123952" y="60621"/>
                      <a:pt x="124332" y="60388"/>
                      <a:pt x="124705" y="60388"/>
                    </a:cubicBezTo>
                    <a:cubicBezTo>
                      <a:pt x="124936" y="60388"/>
                      <a:pt x="125164" y="60477"/>
                      <a:pt x="125395" y="60661"/>
                    </a:cubicBezTo>
                    <a:cubicBezTo>
                      <a:pt x="126000" y="61145"/>
                      <a:pt x="125810" y="61750"/>
                      <a:pt x="125119" y="62234"/>
                    </a:cubicBezTo>
                    <a:cubicBezTo>
                      <a:pt x="124618" y="62580"/>
                      <a:pt x="124445" y="63219"/>
                      <a:pt x="125050" y="63651"/>
                    </a:cubicBezTo>
                    <a:cubicBezTo>
                      <a:pt x="125442" y="63952"/>
                      <a:pt x="125858" y="64171"/>
                      <a:pt x="126268" y="64171"/>
                    </a:cubicBezTo>
                    <a:cubicBezTo>
                      <a:pt x="126635" y="64171"/>
                      <a:pt x="126996" y="63996"/>
                      <a:pt x="127331" y="63547"/>
                    </a:cubicBezTo>
                    <a:cubicBezTo>
                      <a:pt x="127694" y="63046"/>
                      <a:pt x="128247" y="62407"/>
                      <a:pt x="127469" y="61940"/>
                    </a:cubicBezTo>
                    <a:cubicBezTo>
                      <a:pt x="126398" y="61318"/>
                      <a:pt x="127037" y="61042"/>
                      <a:pt x="127590" y="60696"/>
                    </a:cubicBezTo>
                    <a:cubicBezTo>
                      <a:pt x="130061" y="59210"/>
                      <a:pt x="133449" y="59106"/>
                      <a:pt x="134693" y="55788"/>
                    </a:cubicBezTo>
                    <a:cubicBezTo>
                      <a:pt x="135298" y="54146"/>
                      <a:pt x="136093" y="52591"/>
                      <a:pt x="135851" y="50725"/>
                    </a:cubicBezTo>
                    <a:cubicBezTo>
                      <a:pt x="135522" y="48288"/>
                      <a:pt x="133932" y="46629"/>
                      <a:pt x="132498" y="44918"/>
                    </a:cubicBezTo>
                    <a:cubicBezTo>
                      <a:pt x="131772" y="44054"/>
                      <a:pt x="131859" y="43622"/>
                      <a:pt x="132775" y="43173"/>
                    </a:cubicBezTo>
                    <a:cubicBezTo>
                      <a:pt x="133120" y="43017"/>
                      <a:pt x="133397" y="42793"/>
                      <a:pt x="133362" y="42378"/>
                    </a:cubicBezTo>
                    <a:cubicBezTo>
                      <a:pt x="133345" y="41980"/>
                      <a:pt x="133051" y="41635"/>
                      <a:pt x="132671" y="41548"/>
                    </a:cubicBezTo>
                    <a:cubicBezTo>
                      <a:pt x="132227" y="41462"/>
                      <a:pt x="131713" y="41297"/>
                      <a:pt x="131292" y="41297"/>
                    </a:cubicBezTo>
                    <a:cubicBezTo>
                      <a:pt x="131122" y="41297"/>
                      <a:pt x="130968" y="41323"/>
                      <a:pt x="130839" y="41393"/>
                    </a:cubicBezTo>
                    <a:cubicBezTo>
                      <a:pt x="130667" y="41486"/>
                      <a:pt x="130517" y="41524"/>
                      <a:pt x="130385" y="41524"/>
                    </a:cubicBezTo>
                    <a:cubicBezTo>
                      <a:pt x="129751" y="41524"/>
                      <a:pt x="129496" y="40648"/>
                      <a:pt x="128935" y="40648"/>
                    </a:cubicBezTo>
                    <a:cubicBezTo>
                      <a:pt x="128871" y="40648"/>
                      <a:pt x="128804" y="40659"/>
                      <a:pt x="128731" y="40684"/>
                    </a:cubicBezTo>
                    <a:cubicBezTo>
                      <a:pt x="129025" y="40425"/>
                      <a:pt x="129336" y="40166"/>
                      <a:pt x="129612" y="39889"/>
                    </a:cubicBezTo>
                    <a:cubicBezTo>
                      <a:pt x="129699" y="39786"/>
                      <a:pt x="129768" y="39647"/>
                      <a:pt x="129802" y="39509"/>
                    </a:cubicBezTo>
                    <a:cubicBezTo>
                      <a:pt x="129896" y="39229"/>
                      <a:pt x="130059" y="38963"/>
                      <a:pt x="130355" y="38963"/>
                    </a:cubicBezTo>
                    <a:cubicBezTo>
                      <a:pt x="130388" y="38963"/>
                      <a:pt x="130423" y="38966"/>
                      <a:pt x="130459" y="38973"/>
                    </a:cubicBezTo>
                    <a:cubicBezTo>
                      <a:pt x="130822" y="39025"/>
                      <a:pt x="130718" y="39405"/>
                      <a:pt x="130753" y="39665"/>
                    </a:cubicBezTo>
                    <a:cubicBezTo>
                      <a:pt x="130885" y="40368"/>
                      <a:pt x="131150" y="40680"/>
                      <a:pt x="131522" y="40680"/>
                    </a:cubicBezTo>
                    <a:cubicBezTo>
                      <a:pt x="131781" y="40680"/>
                      <a:pt x="132092" y="40529"/>
                      <a:pt x="132446" y="40252"/>
                    </a:cubicBezTo>
                    <a:cubicBezTo>
                      <a:pt x="132816" y="39963"/>
                      <a:pt x="133198" y="39825"/>
                      <a:pt x="133552" y="39825"/>
                    </a:cubicBezTo>
                    <a:cubicBezTo>
                      <a:pt x="134190" y="39825"/>
                      <a:pt x="134735" y="40276"/>
                      <a:pt x="134935" y="41099"/>
                    </a:cubicBezTo>
                    <a:cubicBezTo>
                      <a:pt x="135004" y="41410"/>
                      <a:pt x="135246" y="41911"/>
                      <a:pt x="135436" y="41928"/>
                    </a:cubicBezTo>
                    <a:cubicBezTo>
                      <a:pt x="136836" y="42067"/>
                      <a:pt x="137130" y="43259"/>
                      <a:pt x="137441" y="44192"/>
                    </a:cubicBezTo>
                    <a:cubicBezTo>
                      <a:pt x="137757" y="45176"/>
                      <a:pt x="138205" y="45491"/>
                      <a:pt x="138710" y="45491"/>
                    </a:cubicBezTo>
                    <a:cubicBezTo>
                      <a:pt x="139226" y="45491"/>
                      <a:pt x="139803" y="45163"/>
                      <a:pt x="140361" y="44884"/>
                    </a:cubicBezTo>
                    <a:cubicBezTo>
                      <a:pt x="141813" y="44175"/>
                      <a:pt x="140586" y="43363"/>
                      <a:pt x="140327" y="42654"/>
                    </a:cubicBezTo>
                    <a:cubicBezTo>
                      <a:pt x="140188" y="42188"/>
                      <a:pt x="139739" y="41773"/>
                      <a:pt x="139324" y="41479"/>
                    </a:cubicBezTo>
                    <a:cubicBezTo>
                      <a:pt x="137717" y="40356"/>
                      <a:pt x="137648" y="38921"/>
                      <a:pt x="138305" y="37245"/>
                    </a:cubicBezTo>
                    <a:cubicBezTo>
                      <a:pt x="138533" y="36644"/>
                      <a:pt x="138753" y="36160"/>
                      <a:pt x="139216" y="36160"/>
                    </a:cubicBezTo>
                    <a:cubicBezTo>
                      <a:pt x="139418" y="36160"/>
                      <a:pt x="139666" y="36252"/>
                      <a:pt x="139981" y="36468"/>
                    </a:cubicBezTo>
                    <a:cubicBezTo>
                      <a:pt x="140121" y="36569"/>
                      <a:pt x="140268" y="36617"/>
                      <a:pt x="140413" y="36617"/>
                    </a:cubicBezTo>
                    <a:cubicBezTo>
                      <a:pt x="140661" y="36617"/>
                      <a:pt x="140902" y="36477"/>
                      <a:pt x="141087" y="36226"/>
                    </a:cubicBezTo>
                    <a:cubicBezTo>
                      <a:pt x="142573" y="34255"/>
                      <a:pt x="142850" y="29797"/>
                      <a:pt x="141640" y="27706"/>
                    </a:cubicBezTo>
                    <a:cubicBezTo>
                      <a:pt x="141485" y="27447"/>
                      <a:pt x="141104" y="27187"/>
                      <a:pt x="141398" y="26807"/>
                    </a:cubicBezTo>
                    <a:lnTo>
                      <a:pt x="141398" y="26807"/>
                    </a:lnTo>
                    <a:cubicBezTo>
                      <a:pt x="141623" y="26997"/>
                      <a:pt x="141917" y="27153"/>
                      <a:pt x="142072" y="27395"/>
                    </a:cubicBezTo>
                    <a:cubicBezTo>
                      <a:pt x="142988" y="28812"/>
                      <a:pt x="143869" y="30229"/>
                      <a:pt x="144733" y="31663"/>
                    </a:cubicBezTo>
                    <a:cubicBezTo>
                      <a:pt x="144984" y="32062"/>
                      <a:pt x="145261" y="32460"/>
                      <a:pt x="145713" y="32460"/>
                    </a:cubicBezTo>
                    <a:cubicBezTo>
                      <a:pt x="145790" y="32460"/>
                      <a:pt x="145872" y="32449"/>
                      <a:pt x="145960" y="32424"/>
                    </a:cubicBezTo>
                    <a:cubicBezTo>
                      <a:pt x="146323" y="32320"/>
                      <a:pt x="146825" y="32043"/>
                      <a:pt x="146928" y="31750"/>
                    </a:cubicBezTo>
                    <a:cubicBezTo>
                      <a:pt x="147118" y="31197"/>
                      <a:pt x="146496" y="30972"/>
                      <a:pt x="146151" y="30644"/>
                    </a:cubicBezTo>
                    <a:cubicBezTo>
                      <a:pt x="145805" y="30298"/>
                      <a:pt x="144889" y="29935"/>
                      <a:pt x="145511" y="29348"/>
                    </a:cubicBezTo>
                    <a:cubicBezTo>
                      <a:pt x="146220" y="28674"/>
                      <a:pt x="145701" y="28363"/>
                      <a:pt x="145373" y="27982"/>
                    </a:cubicBezTo>
                    <a:cubicBezTo>
                      <a:pt x="144924" y="27464"/>
                      <a:pt x="144353" y="27049"/>
                      <a:pt x="143904" y="26513"/>
                    </a:cubicBezTo>
                    <a:cubicBezTo>
                      <a:pt x="142452" y="24803"/>
                      <a:pt x="140309" y="24008"/>
                      <a:pt x="138927" y="23455"/>
                    </a:cubicBezTo>
                    <a:cubicBezTo>
                      <a:pt x="137233" y="22781"/>
                      <a:pt x="135350" y="23368"/>
                      <a:pt x="133794" y="22349"/>
                    </a:cubicBezTo>
                    <a:cubicBezTo>
                      <a:pt x="133621" y="22228"/>
                      <a:pt x="133120" y="22141"/>
                      <a:pt x="133379" y="21934"/>
                    </a:cubicBezTo>
                    <a:cubicBezTo>
                      <a:pt x="134416" y="21156"/>
                      <a:pt x="134192" y="19843"/>
                      <a:pt x="134814" y="18910"/>
                    </a:cubicBezTo>
                    <a:cubicBezTo>
                      <a:pt x="135183" y="18357"/>
                      <a:pt x="137525" y="17996"/>
                      <a:pt x="139389" y="17996"/>
                    </a:cubicBezTo>
                    <a:cubicBezTo>
                      <a:pt x="140321" y="17996"/>
                      <a:pt x="141133" y="18086"/>
                      <a:pt x="141519" y="18287"/>
                    </a:cubicBezTo>
                    <a:cubicBezTo>
                      <a:pt x="141913" y="18491"/>
                      <a:pt x="142318" y="18567"/>
                      <a:pt x="142722" y="18567"/>
                    </a:cubicBezTo>
                    <a:cubicBezTo>
                      <a:pt x="143310" y="18567"/>
                      <a:pt x="143896" y="18407"/>
                      <a:pt x="144440" y="18253"/>
                    </a:cubicBezTo>
                    <a:cubicBezTo>
                      <a:pt x="145183" y="18028"/>
                      <a:pt x="144301" y="17320"/>
                      <a:pt x="144440" y="16905"/>
                    </a:cubicBezTo>
                    <a:cubicBezTo>
                      <a:pt x="144595" y="16473"/>
                      <a:pt x="144232" y="15764"/>
                      <a:pt x="144803" y="15626"/>
                    </a:cubicBezTo>
                    <a:cubicBezTo>
                      <a:pt x="144894" y="15602"/>
                      <a:pt x="144986" y="15590"/>
                      <a:pt x="145078" y="15590"/>
                    </a:cubicBezTo>
                    <a:cubicBezTo>
                      <a:pt x="145503" y="15590"/>
                      <a:pt x="145922" y="15838"/>
                      <a:pt x="146306" y="16179"/>
                    </a:cubicBezTo>
                    <a:cubicBezTo>
                      <a:pt x="146709" y="16532"/>
                      <a:pt x="147171" y="16997"/>
                      <a:pt x="147617" y="16997"/>
                    </a:cubicBezTo>
                    <a:cubicBezTo>
                      <a:pt x="147935" y="16997"/>
                      <a:pt x="148244" y="16760"/>
                      <a:pt x="148518" y="16075"/>
                    </a:cubicBezTo>
                    <a:cubicBezTo>
                      <a:pt x="148584" y="15900"/>
                      <a:pt x="148692" y="15801"/>
                      <a:pt x="148828" y="15801"/>
                    </a:cubicBezTo>
                    <a:cubicBezTo>
                      <a:pt x="148906" y="15801"/>
                      <a:pt x="148994" y="15833"/>
                      <a:pt x="149088" y="15903"/>
                    </a:cubicBezTo>
                    <a:cubicBezTo>
                      <a:pt x="149348" y="16110"/>
                      <a:pt x="149348" y="16335"/>
                      <a:pt x="149192" y="16646"/>
                    </a:cubicBezTo>
                    <a:cubicBezTo>
                      <a:pt x="148743" y="17596"/>
                      <a:pt x="147965" y="18547"/>
                      <a:pt x="147965" y="19497"/>
                    </a:cubicBezTo>
                    <a:cubicBezTo>
                      <a:pt x="147931" y="21122"/>
                      <a:pt x="148708" y="22677"/>
                      <a:pt x="150022" y="23627"/>
                    </a:cubicBezTo>
                    <a:cubicBezTo>
                      <a:pt x="151231" y="24561"/>
                      <a:pt x="152631" y="25269"/>
                      <a:pt x="153582" y="26513"/>
                    </a:cubicBezTo>
                    <a:cubicBezTo>
                      <a:pt x="153835" y="26852"/>
                      <a:pt x="154112" y="27339"/>
                      <a:pt x="154580" y="27339"/>
                    </a:cubicBezTo>
                    <a:cubicBezTo>
                      <a:pt x="154686" y="27339"/>
                      <a:pt x="154802" y="27314"/>
                      <a:pt x="154930" y="27257"/>
                    </a:cubicBezTo>
                    <a:cubicBezTo>
                      <a:pt x="155621" y="26928"/>
                      <a:pt x="155673" y="26271"/>
                      <a:pt x="155604" y="25615"/>
                    </a:cubicBezTo>
                    <a:cubicBezTo>
                      <a:pt x="155448" y="24025"/>
                      <a:pt x="155863" y="22435"/>
                      <a:pt x="154739" y="20845"/>
                    </a:cubicBezTo>
                    <a:cubicBezTo>
                      <a:pt x="154065" y="19877"/>
                      <a:pt x="153772" y="18823"/>
                      <a:pt x="152406" y="18737"/>
                    </a:cubicBezTo>
                    <a:cubicBezTo>
                      <a:pt x="152044" y="18720"/>
                      <a:pt x="151940" y="18478"/>
                      <a:pt x="151888" y="18201"/>
                    </a:cubicBezTo>
                    <a:cubicBezTo>
                      <a:pt x="151820" y="17931"/>
                      <a:pt x="151918" y="17578"/>
                      <a:pt x="152229" y="17578"/>
                    </a:cubicBezTo>
                    <a:cubicBezTo>
                      <a:pt x="152236" y="17578"/>
                      <a:pt x="152243" y="17579"/>
                      <a:pt x="152251" y="17579"/>
                    </a:cubicBezTo>
                    <a:cubicBezTo>
                      <a:pt x="152284" y="17581"/>
                      <a:pt x="152317" y="17582"/>
                      <a:pt x="152350" y="17582"/>
                    </a:cubicBezTo>
                    <a:cubicBezTo>
                      <a:pt x="153000" y="17582"/>
                      <a:pt x="153628" y="17254"/>
                      <a:pt x="154277" y="17254"/>
                    </a:cubicBezTo>
                    <a:cubicBezTo>
                      <a:pt x="154558" y="17254"/>
                      <a:pt x="154844" y="17316"/>
                      <a:pt x="155137" y="17493"/>
                    </a:cubicBezTo>
                    <a:cubicBezTo>
                      <a:pt x="155393" y="17649"/>
                      <a:pt x="155627" y="17726"/>
                      <a:pt x="155836" y="17726"/>
                    </a:cubicBezTo>
                    <a:cubicBezTo>
                      <a:pt x="156249" y="17726"/>
                      <a:pt x="156566" y="17427"/>
                      <a:pt x="156761" y="16853"/>
                    </a:cubicBezTo>
                    <a:cubicBezTo>
                      <a:pt x="157072" y="15920"/>
                      <a:pt x="157954" y="15505"/>
                      <a:pt x="158662" y="15039"/>
                    </a:cubicBezTo>
                    <a:cubicBezTo>
                      <a:pt x="158771" y="14969"/>
                      <a:pt x="158912" y="14953"/>
                      <a:pt x="159064" y="14953"/>
                    </a:cubicBezTo>
                    <a:cubicBezTo>
                      <a:pt x="159192" y="14953"/>
                      <a:pt x="159327" y="14964"/>
                      <a:pt x="159458" y="14964"/>
                    </a:cubicBezTo>
                    <a:cubicBezTo>
                      <a:pt x="159792" y="14964"/>
                      <a:pt x="160100" y="14892"/>
                      <a:pt x="160183" y="14382"/>
                    </a:cubicBezTo>
                    <a:cubicBezTo>
                      <a:pt x="160304" y="13501"/>
                      <a:pt x="159475" y="13310"/>
                      <a:pt x="158887" y="12965"/>
                    </a:cubicBezTo>
                    <a:cubicBezTo>
                      <a:pt x="158662" y="12827"/>
                      <a:pt x="158334" y="12550"/>
                      <a:pt x="158351" y="12395"/>
                    </a:cubicBezTo>
                    <a:cubicBezTo>
                      <a:pt x="158404" y="12154"/>
                      <a:pt x="158582" y="12097"/>
                      <a:pt x="158776" y="12097"/>
                    </a:cubicBezTo>
                    <a:cubicBezTo>
                      <a:pt x="158903" y="12097"/>
                      <a:pt x="159037" y="12122"/>
                      <a:pt x="159146" y="12135"/>
                    </a:cubicBezTo>
                    <a:cubicBezTo>
                      <a:pt x="160460" y="12308"/>
                      <a:pt x="161652" y="12999"/>
                      <a:pt x="163017" y="12999"/>
                    </a:cubicBezTo>
                    <a:cubicBezTo>
                      <a:pt x="163570" y="12999"/>
                      <a:pt x="163795" y="12913"/>
                      <a:pt x="164002" y="12274"/>
                    </a:cubicBezTo>
                    <a:cubicBezTo>
                      <a:pt x="164745" y="10182"/>
                      <a:pt x="163311" y="10010"/>
                      <a:pt x="161998" y="9923"/>
                    </a:cubicBezTo>
                    <a:cubicBezTo>
                      <a:pt x="160218" y="9820"/>
                      <a:pt x="158438" y="9543"/>
                      <a:pt x="156710" y="9076"/>
                    </a:cubicBezTo>
                    <a:cubicBezTo>
                      <a:pt x="153313" y="8169"/>
                      <a:pt x="149984" y="6872"/>
                      <a:pt x="146431" y="6872"/>
                    </a:cubicBezTo>
                    <a:cubicBezTo>
                      <a:pt x="145249" y="6872"/>
                      <a:pt x="144041" y="7016"/>
                      <a:pt x="142798" y="7366"/>
                    </a:cubicBezTo>
                    <a:cubicBezTo>
                      <a:pt x="142441" y="7468"/>
                      <a:pt x="142044" y="7507"/>
                      <a:pt x="141624" y="7507"/>
                    </a:cubicBezTo>
                    <a:cubicBezTo>
                      <a:pt x="140475" y="7507"/>
                      <a:pt x="139148" y="7211"/>
                      <a:pt x="137959" y="7072"/>
                    </a:cubicBezTo>
                    <a:cubicBezTo>
                      <a:pt x="135760" y="6810"/>
                      <a:pt x="133765" y="5577"/>
                      <a:pt x="131513" y="5577"/>
                    </a:cubicBezTo>
                    <a:cubicBezTo>
                      <a:pt x="131235" y="5577"/>
                      <a:pt x="130953" y="5596"/>
                      <a:pt x="130666" y="5637"/>
                    </a:cubicBezTo>
                    <a:cubicBezTo>
                      <a:pt x="130197" y="5701"/>
                      <a:pt x="129713" y="5752"/>
                      <a:pt x="129231" y="5752"/>
                    </a:cubicBezTo>
                    <a:cubicBezTo>
                      <a:pt x="128525" y="5752"/>
                      <a:pt x="127823" y="5641"/>
                      <a:pt x="127175" y="5292"/>
                    </a:cubicBezTo>
                    <a:cubicBezTo>
                      <a:pt x="124583" y="3857"/>
                      <a:pt x="121352" y="4808"/>
                      <a:pt x="118811" y="3097"/>
                    </a:cubicBezTo>
                    <a:cubicBezTo>
                      <a:pt x="118623" y="2965"/>
                      <a:pt x="118385" y="2894"/>
                      <a:pt x="118144" y="2894"/>
                    </a:cubicBezTo>
                    <a:cubicBezTo>
                      <a:pt x="117786" y="2894"/>
                      <a:pt x="117421" y="3050"/>
                      <a:pt x="117204" y="3391"/>
                    </a:cubicBezTo>
                    <a:cubicBezTo>
                      <a:pt x="116737" y="4117"/>
                      <a:pt x="117601" y="4134"/>
                      <a:pt x="117930" y="4462"/>
                    </a:cubicBezTo>
                    <a:cubicBezTo>
                      <a:pt x="118103" y="4670"/>
                      <a:pt x="118154" y="4946"/>
                      <a:pt x="118068" y="5188"/>
                    </a:cubicBezTo>
                    <a:cubicBezTo>
                      <a:pt x="117958" y="5398"/>
                      <a:pt x="116241" y="5510"/>
                      <a:pt x="114740" y="5510"/>
                    </a:cubicBezTo>
                    <a:cubicBezTo>
                      <a:pt x="113645" y="5510"/>
                      <a:pt x="112664" y="5450"/>
                      <a:pt x="112503" y="5326"/>
                    </a:cubicBezTo>
                    <a:cubicBezTo>
                      <a:pt x="111242" y="4410"/>
                      <a:pt x="109825" y="3719"/>
                      <a:pt x="108321" y="3287"/>
                    </a:cubicBezTo>
                    <a:cubicBezTo>
                      <a:pt x="108108" y="3224"/>
                      <a:pt x="107902" y="3198"/>
                      <a:pt x="107703" y="3198"/>
                    </a:cubicBezTo>
                    <a:cubicBezTo>
                      <a:pt x="106742" y="3198"/>
                      <a:pt x="105934" y="3807"/>
                      <a:pt x="105084" y="3807"/>
                    </a:cubicBezTo>
                    <a:cubicBezTo>
                      <a:pt x="105000" y="3807"/>
                      <a:pt x="104915" y="3801"/>
                      <a:pt x="104830" y="3788"/>
                    </a:cubicBezTo>
                    <a:cubicBezTo>
                      <a:pt x="102083" y="3391"/>
                      <a:pt x="99266" y="3909"/>
                      <a:pt x="96760" y="1559"/>
                    </a:cubicBezTo>
                    <a:cubicBezTo>
                      <a:pt x="95295" y="185"/>
                      <a:pt x="93272" y="50"/>
                      <a:pt x="91223" y="50"/>
                    </a:cubicBezTo>
                    <a:cubicBezTo>
                      <a:pt x="90718" y="50"/>
                      <a:pt x="90212" y="58"/>
                      <a:pt x="89713" y="58"/>
                    </a:cubicBezTo>
                    <a:cubicBezTo>
                      <a:pt x="89152" y="58"/>
                      <a:pt x="88600" y="48"/>
                      <a:pt x="88067" y="4"/>
                    </a:cubicBezTo>
                    <a:cubicBezTo>
                      <a:pt x="88037" y="2"/>
                      <a:pt x="88007" y="1"/>
                      <a:pt x="8797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12" name="Google Shape;4612;p64"/>
              <p:cNvSpPr/>
              <p:nvPr/>
            </p:nvSpPr>
            <p:spPr>
              <a:xfrm>
                <a:off x="5913800" y="3523050"/>
                <a:ext cx="1109075" cy="813875"/>
              </a:xfrm>
              <a:custGeom>
                <a:avLst/>
                <a:gdLst/>
                <a:ahLst/>
                <a:cxnLst/>
                <a:rect l="l" t="t" r="r" b="b"/>
                <a:pathLst>
                  <a:path w="44363" h="32555" extrusionOk="0">
                    <a:moveTo>
                      <a:pt x="28245" y="1"/>
                    </a:moveTo>
                    <a:cubicBezTo>
                      <a:pt x="27747" y="1"/>
                      <a:pt x="27602" y="373"/>
                      <a:pt x="27634" y="804"/>
                    </a:cubicBezTo>
                    <a:cubicBezTo>
                      <a:pt x="27737" y="2117"/>
                      <a:pt x="27979" y="3482"/>
                      <a:pt x="27996" y="4778"/>
                    </a:cubicBezTo>
                    <a:cubicBezTo>
                      <a:pt x="28014" y="5660"/>
                      <a:pt x="28567" y="7094"/>
                      <a:pt x="27634" y="7267"/>
                    </a:cubicBezTo>
                    <a:cubicBezTo>
                      <a:pt x="27521" y="7286"/>
                      <a:pt x="27406" y="7295"/>
                      <a:pt x="27290" y="7295"/>
                    </a:cubicBezTo>
                    <a:cubicBezTo>
                      <a:pt x="25431" y="7295"/>
                      <a:pt x="23230" y="4918"/>
                      <a:pt x="23555" y="3275"/>
                    </a:cubicBezTo>
                    <a:cubicBezTo>
                      <a:pt x="23754" y="2264"/>
                      <a:pt x="23333" y="1317"/>
                      <a:pt x="22034" y="1317"/>
                    </a:cubicBezTo>
                    <a:cubicBezTo>
                      <a:pt x="21978" y="1317"/>
                      <a:pt x="21920" y="1318"/>
                      <a:pt x="21862" y="1322"/>
                    </a:cubicBezTo>
                    <a:cubicBezTo>
                      <a:pt x="21814" y="1325"/>
                      <a:pt x="21765" y="1327"/>
                      <a:pt x="21716" y="1327"/>
                    </a:cubicBezTo>
                    <a:cubicBezTo>
                      <a:pt x="20777" y="1327"/>
                      <a:pt x="19668" y="752"/>
                      <a:pt x="18692" y="752"/>
                    </a:cubicBezTo>
                    <a:cubicBezTo>
                      <a:pt x="18107" y="752"/>
                      <a:pt x="17570" y="958"/>
                      <a:pt x="17144" y="1616"/>
                    </a:cubicBezTo>
                    <a:cubicBezTo>
                      <a:pt x="16642" y="2376"/>
                      <a:pt x="15295" y="2826"/>
                      <a:pt x="15191" y="4035"/>
                    </a:cubicBezTo>
                    <a:cubicBezTo>
                      <a:pt x="15162" y="4430"/>
                      <a:pt x="15144" y="4616"/>
                      <a:pt x="15002" y="4616"/>
                    </a:cubicBezTo>
                    <a:cubicBezTo>
                      <a:pt x="14889" y="4616"/>
                      <a:pt x="14698" y="4499"/>
                      <a:pt x="14361" y="4277"/>
                    </a:cubicBezTo>
                    <a:cubicBezTo>
                      <a:pt x="13724" y="3844"/>
                      <a:pt x="13113" y="3612"/>
                      <a:pt x="12606" y="3612"/>
                    </a:cubicBezTo>
                    <a:cubicBezTo>
                      <a:pt x="12042" y="3612"/>
                      <a:pt x="11607" y="3900"/>
                      <a:pt x="11406" y="4519"/>
                    </a:cubicBezTo>
                    <a:cubicBezTo>
                      <a:pt x="10784" y="6334"/>
                      <a:pt x="8710" y="7215"/>
                      <a:pt x="8624" y="9392"/>
                    </a:cubicBezTo>
                    <a:cubicBezTo>
                      <a:pt x="8607" y="10153"/>
                      <a:pt x="7933" y="10619"/>
                      <a:pt x="7086" y="10879"/>
                    </a:cubicBezTo>
                    <a:cubicBezTo>
                      <a:pt x="5669" y="11311"/>
                      <a:pt x="4355" y="11864"/>
                      <a:pt x="3007" y="12382"/>
                    </a:cubicBezTo>
                    <a:cubicBezTo>
                      <a:pt x="1003" y="13160"/>
                      <a:pt x="0" y="16910"/>
                      <a:pt x="1538" y="19018"/>
                    </a:cubicBezTo>
                    <a:cubicBezTo>
                      <a:pt x="2835" y="20798"/>
                      <a:pt x="3128" y="22595"/>
                      <a:pt x="3992" y="24375"/>
                    </a:cubicBezTo>
                    <a:cubicBezTo>
                      <a:pt x="4494" y="25360"/>
                      <a:pt x="4424" y="26276"/>
                      <a:pt x="3750" y="26950"/>
                    </a:cubicBezTo>
                    <a:cubicBezTo>
                      <a:pt x="3353" y="27348"/>
                      <a:pt x="3509" y="27797"/>
                      <a:pt x="4148" y="28298"/>
                    </a:cubicBezTo>
                    <a:cubicBezTo>
                      <a:pt x="5020" y="28962"/>
                      <a:pt x="5824" y="29302"/>
                      <a:pt x="6549" y="29302"/>
                    </a:cubicBezTo>
                    <a:cubicBezTo>
                      <a:pt x="7089" y="29302"/>
                      <a:pt x="7586" y="29114"/>
                      <a:pt x="8036" y="28730"/>
                    </a:cubicBezTo>
                    <a:cubicBezTo>
                      <a:pt x="8740" y="28095"/>
                      <a:pt x="9643" y="27747"/>
                      <a:pt x="10576" y="27747"/>
                    </a:cubicBezTo>
                    <a:cubicBezTo>
                      <a:pt x="10811" y="27747"/>
                      <a:pt x="11049" y="27769"/>
                      <a:pt x="11285" y="27814"/>
                    </a:cubicBezTo>
                    <a:cubicBezTo>
                      <a:pt x="11420" y="27836"/>
                      <a:pt x="11551" y="27846"/>
                      <a:pt x="11676" y="27846"/>
                    </a:cubicBezTo>
                    <a:cubicBezTo>
                      <a:pt x="12065" y="27846"/>
                      <a:pt x="12402" y="27743"/>
                      <a:pt x="12650" y="27521"/>
                    </a:cubicBezTo>
                    <a:cubicBezTo>
                      <a:pt x="14551" y="25793"/>
                      <a:pt x="17368" y="25343"/>
                      <a:pt x="20047" y="24790"/>
                    </a:cubicBezTo>
                    <a:cubicBezTo>
                      <a:pt x="20247" y="24746"/>
                      <a:pt x="20464" y="24721"/>
                      <a:pt x="20691" y="24721"/>
                    </a:cubicBezTo>
                    <a:cubicBezTo>
                      <a:pt x="21623" y="24721"/>
                      <a:pt x="22712" y="25150"/>
                      <a:pt x="23365" y="26484"/>
                    </a:cubicBezTo>
                    <a:cubicBezTo>
                      <a:pt x="23667" y="27105"/>
                      <a:pt x="23855" y="28198"/>
                      <a:pt x="25083" y="28198"/>
                    </a:cubicBezTo>
                    <a:cubicBezTo>
                      <a:pt x="25120" y="28198"/>
                      <a:pt x="25158" y="28197"/>
                      <a:pt x="25197" y="28195"/>
                    </a:cubicBezTo>
                    <a:cubicBezTo>
                      <a:pt x="25345" y="28183"/>
                      <a:pt x="25455" y="28022"/>
                      <a:pt x="25593" y="28022"/>
                    </a:cubicBezTo>
                    <a:cubicBezTo>
                      <a:pt x="25664" y="28022"/>
                      <a:pt x="25742" y="28065"/>
                      <a:pt x="25836" y="28195"/>
                    </a:cubicBezTo>
                    <a:cubicBezTo>
                      <a:pt x="25923" y="28298"/>
                      <a:pt x="25767" y="28592"/>
                      <a:pt x="25612" y="28713"/>
                    </a:cubicBezTo>
                    <a:cubicBezTo>
                      <a:pt x="25318" y="28938"/>
                      <a:pt x="24903" y="29128"/>
                      <a:pt x="25283" y="29646"/>
                    </a:cubicBezTo>
                    <a:cubicBezTo>
                      <a:pt x="25508" y="29871"/>
                      <a:pt x="25802" y="30026"/>
                      <a:pt x="26113" y="30078"/>
                    </a:cubicBezTo>
                    <a:cubicBezTo>
                      <a:pt x="26172" y="30086"/>
                      <a:pt x="26229" y="30090"/>
                      <a:pt x="26283" y="30090"/>
                    </a:cubicBezTo>
                    <a:cubicBezTo>
                      <a:pt x="26710" y="30090"/>
                      <a:pt x="27006" y="29856"/>
                      <a:pt x="27098" y="29473"/>
                    </a:cubicBezTo>
                    <a:cubicBezTo>
                      <a:pt x="27115" y="29335"/>
                      <a:pt x="27098" y="29197"/>
                      <a:pt x="27029" y="29076"/>
                    </a:cubicBezTo>
                    <a:cubicBezTo>
                      <a:pt x="26976" y="28903"/>
                      <a:pt x="26992" y="28848"/>
                      <a:pt x="27041" y="28848"/>
                    </a:cubicBezTo>
                    <a:cubicBezTo>
                      <a:pt x="27105" y="28848"/>
                      <a:pt x="27225" y="28941"/>
                      <a:pt x="27322" y="28990"/>
                    </a:cubicBezTo>
                    <a:cubicBezTo>
                      <a:pt x="27824" y="29266"/>
                      <a:pt x="28463" y="29473"/>
                      <a:pt x="28169" y="30113"/>
                    </a:cubicBezTo>
                    <a:cubicBezTo>
                      <a:pt x="27945" y="30597"/>
                      <a:pt x="28117" y="31029"/>
                      <a:pt x="28809" y="31461"/>
                    </a:cubicBezTo>
                    <a:cubicBezTo>
                      <a:pt x="30199" y="32318"/>
                      <a:pt x="31628" y="32554"/>
                      <a:pt x="32898" y="32554"/>
                    </a:cubicBezTo>
                    <a:cubicBezTo>
                      <a:pt x="33522" y="32554"/>
                      <a:pt x="34108" y="32497"/>
                      <a:pt x="34633" y="32429"/>
                    </a:cubicBezTo>
                    <a:cubicBezTo>
                      <a:pt x="36672" y="32135"/>
                      <a:pt x="39299" y="31824"/>
                      <a:pt x="39299" y="29145"/>
                    </a:cubicBezTo>
                    <a:cubicBezTo>
                      <a:pt x="39299" y="28938"/>
                      <a:pt x="39541" y="28799"/>
                      <a:pt x="39592" y="28575"/>
                    </a:cubicBezTo>
                    <a:cubicBezTo>
                      <a:pt x="40024" y="26968"/>
                      <a:pt x="41804" y="26363"/>
                      <a:pt x="42496" y="24998"/>
                    </a:cubicBezTo>
                    <a:cubicBezTo>
                      <a:pt x="44224" y="21559"/>
                      <a:pt x="44362" y="17722"/>
                      <a:pt x="40232" y="13661"/>
                    </a:cubicBezTo>
                    <a:cubicBezTo>
                      <a:pt x="38953" y="12399"/>
                      <a:pt x="38037" y="10671"/>
                      <a:pt x="36309" y="9859"/>
                    </a:cubicBezTo>
                    <a:cubicBezTo>
                      <a:pt x="34494" y="9012"/>
                      <a:pt x="34080" y="7716"/>
                      <a:pt x="33509" y="6472"/>
                    </a:cubicBezTo>
                    <a:cubicBezTo>
                      <a:pt x="33388" y="5608"/>
                      <a:pt x="33008" y="4761"/>
                      <a:pt x="32213" y="4346"/>
                    </a:cubicBezTo>
                    <a:cubicBezTo>
                      <a:pt x="30658" y="3465"/>
                      <a:pt x="30278" y="2100"/>
                      <a:pt x="29414" y="942"/>
                    </a:cubicBezTo>
                    <a:cubicBezTo>
                      <a:pt x="29120" y="544"/>
                      <a:pt x="28947" y="78"/>
                      <a:pt x="28377" y="9"/>
                    </a:cubicBezTo>
                    <a:cubicBezTo>
                      <a:pt x="28330" y="3"/>
                      <a:pt x="28287" y="1"/>
                      <a:pt x="2824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13" name="Google Shape;4613;p64"/>
              <p:cNvSpPr/>
              <p:nvPr/>
            </p:nvSpPr>
            <p:spPr>
              <a:xfrm>
                <a:off x="6442175" y="3238700"/>
                <a:ext cx="571625" cy="311800"/>
              </a:xfrm>
              <a:custGeom>
                <a:avLst/>
                <a:gdLst/>
                <a:ahLst/>
                <a:cxnLst/>
                <a:rect l="l" t="t" r="r" b="b"/>
                <a:pathLst>
                  <a:path w="22865" h="12472" extrusionOk="0">
                    <a:moveTo>
                      <a:pt x="3070" y="1"/>
                    </a:moveTo>
                    <a:cubicBezTo>
                      <a:pt x="2939" y="1"/>
                      <a:pt x="2792" y="15"/>
                      <a:pt x="2627" y="46"/>
                    </a:cubicBezTo>
                    <a:cubicBezTo>
                      <a:pt x="1833" y="202"/>
                      <a:pt x="830" y="29"/>
                      <a:pt x="415" y="927"/>
                    </a:cubicBezTo>
                    <a:cubicBezTo>
                      <a:pt x="1" y="1826"/>
                      <a:pt x="934" y="1861"/>
                      <a:pt x="1400" y="2189"/>
                    </a:cubicBezTo>
                    <a:cubicBezTo>
                      <a:pt x="1504" y="2258"/>
                      <a:pt x="1366" y="2569"/>
                      <a:pt x="1435" y="2742"/>
                    </a:cubicBezTo>
                    <a:cubicBezTo>
                      <a:pt x="1757" y="3623"/>
                      <a:pt x="1963" y="4886"/>
                      <a:pt x="3062" y="4886"/>
                    </a:cubicBezTo>
                    <a:cubicBezTo>
                      <a:pt x="3084" y="4886"/>
                      <a:pt x="3106" y="4886"/>
                      <a:pt x="3129" y="4885"/>
                    </a:cubicBezTo>
                    <a:cubicBezTo>
                      <a:pt x="3207" y="4880"/>
                      <a:pt x="3284" y="4878"/>
                      <a:pt x="3360" y="4878"/>
                    </a:cubicBezTo>
                    <a:cubicBezTo>
                      <a:pt x="4698" y="4878"/>
                      <a:pt x="5731" y="5570"/>
                      <a:pt x="6810" y="6077"/>
                    </a:cubicBezTo>
                    <a:cubicBezTo>
                      <a:pt x="7328" y="6319"/>
                      <a:pt x="8019" y="7322"/>
                      <a:pt x="7207" y="8203"/>
                    </a:cubicBezTo>
                    <a:cubicBezTo>
                      <a:pt x="6913" y="8531"/>
                      <a:pt x="6948" y="8911"/>
                      <a:pt x="7121" y="9292"/>
                    </a:cubicBezTo>
                    <a:cubicBezTo>
                      <a:pt x="7274" y="9613"/>
                      <a:pt x="7597" y="9810"/>
                      <a:pt x="7934" y="9810"/>
                    </a:cubicBezTo>
                    <a:cubicBezTo>
                      <a:pt x="8014" y="9810"/>
                      <a:pt x="8095" y="9799"/>
                      <a:pt x="8175" y="9775"/>
                    </a:cubicBezTo>
                    <a:cubicBezTo>
                      <a:pt x="8275" y="9755"/>
                      <a:pt x="8368" y="9745"/>
                      <a:pt x="8457" y="9745"/>
                    </a:cubicBezTo>
                    <a:cubicBezTo>
                      <a:pt x="8811" y="9745"/>
                      <a:pt x="9087" y="9900"/>
                      <a:pt x="9419" y="10121"/>
                    </a:cubicBezTo>
                    <a:cubicBezTo>
                      <a:pt x="10079" y="10569"/>
                      <a:pt x="10930" y="10787"/>
                      <a:pt x="11688" y="10787"/>
                    </a:cubicBezTo>
                    <a:cubicBezTo>
                      <a:pt x="12538" y="10787"/>
                      <a:pt x="13270" y="10513"/>
                      <a:pt x="13480" y="9983"/>
                    </a:cubicBezTo>
                    <a:cubicBezTo>
                      <a:pt x="13648" y="9563"/>
                      <a:pt x="13555" y="9014"/>
                      <a:pt x="14230" y="9014"/>
                    </a:cubicBezTo>
                    <a:cubicBezTo>
                      <a:pt x="14250" y="9014"/>
                      <a:pt x="14271" y="9014"/>
                      <a:pt x="14293" y="9015"/>
                    </a:cubicBezTo>
                    <a:cubicBezTo>
                      <a:pt x="15036" y="9050"/>
                      <a:pt x="15381" y="9516"/>
                      <a:pt x="15450" y="10138"/>
                    </a:cubicBezTo>
                    <a:cubicBezTo>
                      <a:pt x="15640" y="11486"/>
                      <a:pt x="16522" y="11953"/>
                      <a:pt x="17697" y="11988"/>
                    </a:cubicBezTo>
                    <a:cubicBezTo>
                      <a:pt x="18224" y="11988"/>
                      <a:pt x="18870" y="12472"/>
                      <a:pt x="19366" y="12472"/>
                    </a:cubicBezTo>
                    <a:cubicBezTo>
                      <a:pt x="19602" y="12472"/>
                      <a:pt x="19804" y="12362"/>
                      <a:pt x="19944" y="12039"/>
                    </a:cubicBezTo>
                    <a:cubicBezTo>
                      <a:pt x="20289" y="11210"/>
                      <a:pt x="19287" y="10398"/>
                      <a:pt x="18596" y="9758"/>
                    </a:cubicBezTo>
                    <a:cubicBezTo>
                      <a:pt x="18164" y="9361"/>
                      <a:pt x="17420" y="8825"/>
                      <a:pt x="17749" y="8272"/>
                    </a:cubicBezTo>
                    <a:cubicBezTo>
                      <a:pt x="17984" y="7884"/>
                      <a:pt x="18253" y="7197"/>
                      <a:pt x="18937" y="7197"/>
                    </a:cubicBezTo>
                    <a:cubicBezTo>
                      <a:pt x="19107" y="7197"/>
                      <a:pt x="19302" y="7239"/>
                      <a:pt x="19529" y="7339"/>
                    </a:cubicBezTo>
                    <a:cubicBezTo>
                      <a:pt x="19732" y="7429"/>
                      <a:pt x="19935" y="7468"/>
                      <a:pt x="20135" y="7468"/>
                    </a:cubicBezTo>
                    <a:cubicBezTo>
                      <a:pt x="20854" y="7468"/>
                      <a:pt x="21544" y="6970"/>
                      <a:pt x="22138" y="6578"/>
                    </a:cubicBezTo>
                    <a:cubicBezTo>
                      <a:pt x="22795" y="6146"/>
                      <a:pt x="22864" y="5248"/>
                      <a:pt x="22311" y="4643"/>
                    </a:cubicBezTo>
                    <a:cubicBezTo>
                      <a:pt x="22115" y="4425"/>
                      <a:pt x="21948" y="4340"/>
                      <a:pt x="21799" y="4340"/>
                    </a:cubicBezTo>
                    <a:cubicBezTo>
                      <a:pt x="21465" y="4340"/>
                      <a:pt x="21227" y="4774"/>
                      <a:pt x="20963" y="5110"/>
                    </a:cubicBezTo>
                    <a:cubicBezTo>
                      <a:pt x="20756" y="5334"/>
                      <a:pt x="20479" y="5472"/>
                      <a:pt x="20168" y="5507"/>
                    </a:cubicBezTo>
                    <a:cubicBezTo>
                      <a:pt x="20112" y="5512"/>
                      <a:pt x="20051" y="5514"/>
                      <a:pt x="19986" y="5514"/>
                    </a:cubicBezTo>
                    <a:cubicBezTo>
                      <a:pt x="18639" y="5514"/>
                      <a:pt x="15548" y="4518"/>
                      <a:pt x="14344" y="3727"/>
                    </a:cubicBezTo>
                    <a:cubicBezTo>
                      <a:pt x="13999" y="3485"/>
                      <a:pt x="13636" y="3295"/>
                      <a:pt x="13238" y="3139"/>
                    </a:cubicBezTo>
                    <a:cubicBezTo>
                      <a:pt x="11925" y="2690"/>
                      <a:pt x="10473" y="2465"/>
                      <a:pt x="9298" y="1774"/>
                    </a:cubicBezTo>
                    <a:cubicBezTo>
                      <a:pt x="8770" y="1458"/>
                      <a:pt x="8301" y="1322"/>
                      <a:pt x="7877" y="1322"/>
                    </a:cubicBezTo>
                    <a:cubicBezTo>
                      <a:pt x="7093" y="1322"/>
                      <a:pt x="6459" y="1787"/>
                      <a:pt x="5876" y="2448"/>
                    </a:cubicBezTo>
                    <a:cubicBezTo>
                      <a:pt x="5497" y="2886"/>
                      <a:pt x="5240" y="3062"/>
                      <a:pt x="5050" y="3062"/>
                    </a:cubicBezTo>
                    <a:cubicBezTo>
                      <a:pt x="4739" y="3062"/>
                      <a:pt x="4614" y="2586"/>
                      <a:pt x="4442" y="2016"/>
                    </a:cubicBezTo>
                    <a:cubicBezTo>
                      <a:pt x="4193" y="1191"/>
                      <a:pt x="4266" y="1"/>
                      <a:pt x="307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14" name="Google Shape;4614;p64"/>
              <p:cNvSpPr/>
              <p:nvPr/>
            </p:nvSpPr>
            <p:spPr>
              <a:xfrm>
                <a:off x="5898675" y="3029225"/>
                <a:ext cx="282150" cy="318450"/>
              </a:xfrm>
              <a:custGeom>
                <a:avLst/>
                <a:gdLst/>
                <a:ahLst/>
                <a:cxnLst/>
                <a:rect l="l" t="t" r="r" b="b"/>
                <a:pathLst>
                  <a:path w="11286" h="12738" extrusionOk="0">
                    <a:moveTo>
                      <a:pt x="8163" y="0"/>
                    </a:moveTo>
                    <a:cubicBezTo>
                      <a:pt x="7646" y="0"/>
                      <a:pt x="7307" y="634"/>
                      <a:pt x="7121" y="1115"/>
                    </a:cubicBezTo>
                    <a:cubicBezTo>
                      <a:pt x="6498" y="2618"/>
                      <a:pt x="5081" y="3362"/>
                      <a:pt x="4027" y="4450"/>
                    </a:cubicBezTo>
                    <a:cubicBezTo>
                      <a:pt x="3562" y="4916"/>
                      <a:pt x="2753" y="5709"/>
                      <a:pt x="2170" y="5709"/>
                    </a:cubicBezTo>
                    <a:cubicBezTo>
                      <a:pt x="2125" y="5709"/>
                      <a:pt x="2082" y="5704"/>
                      <a:pt x="2040" y="5695"/>
                    </a:cubicBezTo>
                    <a:cubicBezTo>
                      <a:pt x="1767" y="5631"/>
                      <a:pt x="1536" y="5602"/>
                      <a:pt x="1339" y="5602"/>
                    </a:cubicBezTo>
                    <a:cubicBezTo>
                      <a:pt x="150" y="5602"/>
                      <a:pt x="215" y="6659"/>
                      <a:pt x="52" y="7475"/>
                    </a:cubicBezTo>
                    <a:cubicBezTo>
                      <a:pt x="1" y="9410"/>
                      <a:pt x="1625" y="11518"/>
                      <a:pt x="3267" y="12123"/>
                    </a:cubicBezTo>
                    <a:cubicBezTo>
                      <a:pt x="3638" y="12262"/>
                      <a:pt x="4019" y="12277"/>
                      <a:pt x="4389" y="12277"/>
                    </a:cubicBezTo>
                    <a:cubicBezTo>
                      <a:pt x="4488" y="12277"/>
                      <a:pt x="4586" y="12276"/>
                      <a:pt x="4683" y="12276"/>
                    </a:cubicBezTo>
                    <a:cubicBezTo>
                      <a:pt x="5034" y="12276"/>
                      <a:pt x="5369" y="12290"/>
                      <a:pt x="5669" y="12417"/>
                    </a:cubicBezTo>
                    <a:cubicBezTo>
                      <a:pt x="6156" y="12630"/>
                      <a:pt x="6559" y="12738"/>
                      <a:pt x="6895" y="12738"/>
                    </a:cubicBezTo>
                    <a:cubicBezTo>
                      <a:pt x="7678" y="12738"/>
                      <a:pt x="8093" y="12148"/>
                      <a:pt x="8348" y="10914"/>
                    </a:cubicBezTo>
                    <a:cubicBezTo>
                      <a:pt x="8572" y="9773"/>
                      <a:pt x="9073" y="8235"/>
                      <a:pt x="9937" y="7786"/>
                    </a:cubicBezTo>
                    <a:cubicBezTo>
                      <a:pt x="11268" y="7094"/>
                      <a:pt x="10577" y="6697"/>
                      <a:pt x="10231" y="6023"/>
                    </a:cubicBezTo>
                    <a:cubicBezTo>
                      <a:pt x="9782" y="5124"/>
                      <a:pt x="8797" y="4278"/>
                      <a:pt x="10058" y="3189"/>
                    </a:cubicBezTo>
                    <a:cubicBezTo>
                      <a:pt x="10404" y="2895"/>
                      <a:pt x="11285" y="2618"/>
                      <a:pt x="10853" y="1945"/>
                    </a:cubicBezTo>
                    <a:cubicBezTo>
                      <a:pt x="10266" y="1063"/>
                      <a:pt x="9402" y="286"/>
                      <a:pt x="8348" y="26"/>
                    </a:cubicBezTo>
                    <a:cubicBezTo>
                      <a:pt x="8284" y="9"/>
                      <a:pt x="8222" y="0"/>
                      <a:pt x="816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15" name="Google Shape;4615;p64"/>
              <p:cNvSpPr/>
              <p:nvPr/>
            </p:nvSpPr>
            <p:spPr>
              <a:xfrm>
                <a:off x="5544400" y="3065225"/>
                <a:ext cx="541800" cy="430700"/>
              </a:xfrm>
              <a:custGeom>
                <a:avLst/>
                <a:gdLst/>
                <a:ahLst/>
                <a:cxnLst/>
                <a:rect l="l" t="t" r="r" b="b"/>
                <a:pathLst>
                  <a:path w="21672" h="17228" extrusionOk="0">
                    <a:moveTo>
                      <a:pt x="7484" y="4583"/>
                    </a:moveTo>
                    <a:lnTo>
                      <a:pt x="7484" y="4583"/>
                    </a:lnTo>
                    <a:cubicBezTo>
                      <a:pt x="7486" y="4586"/>
                      <a:pt x="7488" y="4589"/>
                      <a:pt x="7491" y="4592"/>
                    </a:cubicBezTo>
                    <a:lnTo>
                      <a:pt x="7491" y="4592"/>
                    </a:lnTo>
                    <a:cubicBezTo>
                      <a:pt x="7494" y="4595"/>
                      <a:pt x="7498" y="4597"/>
                      <a:pt x="7501" y="4600"/>
                    </a:cubicBezTo>
                    <a:lnTo>
                      <a:pt x="7484" y="4583"/>
                    </a:lnTo>
                    <a:close/>
                    <a:moveTo>
                      <a:pt x="1210" y="0"/>
                    </a:moveTo>
                    <a:cubicBezTo>
                      <a:pt x="910" y="0"/>
                      <a:pt x="646" y="84"/>
                      <a:pt x="415" y="314"/>
                    </a:cubicBezTo>
                    <a:cubicBezTo>
                      <a:pt x="1" y="712"/>
                      <a:pt x="260" y="1127"/>
                      <a:pt x="571" y="1403"/>
                    </a:cubicBezTo>
                    <a:cubicBezTo>
                      <a:pt x="1833" y="2561"/>
                      <a:pt x="2939" y="3874"/>
                      <a:pt x="3872" y="5309"/>
                    </a:cubicBezTo>
                    <a:cubicBezTo>
                      <a:pt x="5894" y="8264"/>
                      <a:pt x="6948" y="12014"/>
                      <a:pt x="10663" y="13552"/>
                    </a:cubicBezTo>
                    <a:cubicBezTo>
                      <a:pt x="10715" y="13587"/>
                      <a:pt x="10733" y="13656"/>
                      <a:pt x="10733" y="13725"/>
                    </a:cubicBezTo>
                    <a:cubicBezTo>
                      <a:pt x="10007" y="15522"/>
                      <a:pt x="11579" y="15401"/>
                      <a:pt x="12478" y="15660"/>
                    </a:cubicBezTo>
                    <a:cubicBezTo>
                      <a:pt x="14932" y="16334"/>
                      <a:pt x="17420" y="16801"/>
                      <a:pt x="19961" y="17043"/>
                    </a:cubicBezTo>
                    <a:cubicBezTo>
                      <a:pt x="20276" y="17079"/>
                      <a:pt x="20618" y="17227"/>
                      <a:pt x="20904" y="17227"/>
                    </a:cubicBezTo>
                    <a:cubicBezTo>
                      <a:pt x="21167" y="17227"/>
                      <a:pt x="21382" y="17101"/>
                      <a:pt x="21482" y="16645"/>
                    </a:cubicBezTo>
                    <a:cubicBezTo>
                      <a:pt x="21672" y="15816"/>
                      <a:pt x="20842" y="15626"/>
                      <a:pt x="20306" y="15280"/>
                    </a:cubicBezTo>
                    <a:cubicBezTo>
                      <a:pt x="18129" y="13932"/>
                      <a:pt x="15502" y="14347"/>
                      <a:pt x="13204" y="13448"/>
                    </a:cubicBezTo>
                    <a:cubicBezTo>
                      <a:pt x="13103" y="13410"/>
                      <a:pt x="12986" y="13400"/>
                      <a:pt x="12863" y="13400"/>
                    </a:cubicBezTo>
                    <a:cubicBezTo>
                      <a:pt x="12726" y="13400"/>
                      <a:pt x="12582" y="13412"/>
                      <a:pt x="12448" y="13412"/>
                    </a:cubicBezTo>
                    <a:cubicBezTo>
                      <a:pt x="12162" y="13412"/>
                      <a:pt x="11919" y="13355"/>
                      <a:pt x="11873" y="12999"/>
                    </a:cubicBezTo>
                    <a:cubicBezTo>
                      <a:pt x="11769" y="12221"/>
                      <a:pt x="11614" y="11288"/>
                      <a:pt x="12409" y="10666"/>
                    </a:cubicBezTo>
                    <a:cubicBezTo>
                      <a:pt x="12979" y="10199"/>
                      <a:pt x="12806" y="9836"/>
                      <a:pt x="12478" y="9249"/>
                    </a:cubicBezTo>
                    <a:cubicBezTo>
                      <a:pt x="11908" y="8195"/>
                      <a:pt x="10352" y="8558"/>
                      <a:pt x="10076" y="7849"/>
                    </a:cubicBezTo>
                    <a:cubicBezTo>
                      <a:pt x="9542" y="6419"/>
                      <a:pt x="8354" y="5659"/>
                      <a:pt x="7491" y="4592"/>
                    </a:cubicBezTo>
                    <a:lnTo>
                      <a:pt x="7491" y="4592"/>
                    </a:lnTo>
                    <a:cubicBezTo>
                      <a:pt x="6993" y="4179"/>
                      <a:pt x="6512" y="3733"/>
                      <a:pt x="5980" y="3339"/>
                    </a:cubicBezTo>
                    <a:cubicBezTo>
                      <a:pt x="4563" y="2285"/>
                      <a:pt x="3682" y="522"/>
                      <a:pt x="1763" y="72"/>
                    </a:cubicBezTo>
                    <a:cubicBezTo>
                      <a:pt x="1567" y="28"/>
                      <a:pt x="1383" y="0"/>
                      <a:pt x="121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16" name="Google Shape;4616;p64"/>
              <p:cNvSpPr/>
              <p:nvPr/>
            </p:nvSpPr>
            <p:spPr>
              <a:xfrm>
                <a:off x="4388700" y="3530600"/>
                <a:ext cx="227275" cy="395425"/>
              </a:xfrm>
              <a:custGeom>
                <a:avLst/>
                <a:gdLst/>
                <a:ahLst/>
                <a:cxnLst/>
                <a:rect l="l" t="t" r="r" b="b"/>
                <a:pathLst>
                  <a:path w="9091" h="15817" extrusionOk="0">
                    <a:moveTo>
                      <a:pt x="7622" y="0"/>
                    </a:moveTo>
                    <a:cubicBezTo>
                      <a:pt x="7155" y="0"/>
                      <a:pt x="6965" y="363"/>
                      <a:pt x="6740" y="761"/>
                    </a:cubicBezTo>
                    <a:cubicBezTo>
                      <a:pt x="5963" y="2212"/>
                      <a:pt x="5323" y="3802"/>
                      <a:pt x="3405" y="4200"/>
                    </a:cubicBezTo>
                    <a:cubicBezTo>
                      <a:pt x="2645" y="4338"/>
                      <a:pt x="2247" y="4891"/>
                      <a:pt x="2109" y="5738"/>
                    </a:cubicBezTo>
                    <a:cubicBezTo>
                      <a:pt x="1781" y="7587"/>
                      <a:pt x="1971" y="9471"/>
                      <a:pt x="917" y="11285"/>
                    </a:cubicBezTo>
                    <a:cubicBezTo>
                      <a:pt x="1" y="12910"/>
                      <a:pt x="1660" y="15813"/>
                      <a:pt x="3077" y="15813"/>
                    </a:cubicBezTo>
                    <a:cubicBezTo>
                      <a:pt x="3125" y="15815"/>
                      <a:pt x="3172" y="15816"/>
                      <a:pt x="3219" y="15816"/>
                    </a:cubicBezTo>
                    <a:cubicBezTo>
                      <a:pt x="4640" y="15816"/>
                      <a:pt x="5279" y="14808"/>
                      <a:pt x="5496" y="13670"/>
                    </a:cubicBezTo>
                    <a:cubicBezTo>
                      <a:pt x="6049" y="11095"/>
                      <a:pt x="7034" y="8676"/>
                      <a:pt x="8002" y="6256"/>
                    </a:cubicBezTo>
                    <a:cubicBezTo>
                      <a:pt x="8745" y="4373"/>
                      <a:pt x="9091" y="2645"/>
                      <a:pt x="8192" y="778"/>
                    </a:cubicBezTo>
                    <a:cubicBezTo>
                      <a:pt x="8054" y="467"/>
                      <a:pt x="8106" y="18"/>
                      <a:pt x="762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17" name="Google Shape;4617;p64"/>
              <p:cNvSpPr/>
              <p:nvPr/>
            </p:nvSpPr>
            <p:spPr>
              <a:xfrm>
                <a:off x="6438300" y="1893850"/>
                <a:ext cx="267450" cy="418275"/>
              </a:xfrm>
              <a:custGeom>
                <a:avLst/>
                <a:gdLst/>
                <a:ahLst/>
                <a:cxnLst/>
                <a:rect l="l" t="t" r="r" b="b"/>
                <a:pathLst>
                  <a:path w="10698" h="16731" extrusionOk="0">
                    <a:moveTo>
                      <a:pt x="4909" y="1"/>
                    </a:moveTo>
                    <a:cubicBezTo>
                      <a:pt x="4667" y="1"/>
                      <a:pt x="4504" y="61"/>
                      <a:pt x="4562" y="216"/>
                    </a:cubicBezTo>
                    <a:cubicBezTo>
                      <a:pt x="5064" y="1633"/>
                      <a:pt x="3992" y="3465"/>
                      <a:pt x="5444" y="4502"/>
                    </a:cubicBezTo>
                    <a:cubicBezTo>
                      <a:pt x="6654" y="5366"/>
                      <a:pt x="6515" y="6627"/>
                      <a:pt x="6913" y="7647"/>
                    </a:cubicBezTo>
                    <a:cubicBezTo>
                      <a:pt x="6804" y="8207"/>
                      <a:pt x="6835" y="9062"/>
                      <a:pt x="6426" y="9062"/>
                    </a:cubicBezTo>
                    <a:cubicBezTo>
                      <a:pt x="6380" y="9062"/>
                      <a:pt x="6330" y="9052"/>
                      <a:pt x="6273" y="9029"/>
                    </a:cubicBezTo>
                    <a:cubicBezTo>
                      <a:pt x="6019" y="8928"/>
                      <a:pt x="5817" y="8884"/>
                      <a:pt x="5657" y="8884"/>
                    </a:cubicBezTo>
                    <a:cubicBezTo>
                      <a:pt x="5131" y="8884"/>
                      <a:pt x="5047" y="9360"/>
                      <a:pt x="4995" y="9876"/>
                    </a:cubicBezTo>
                    <a:cubicBezTo>
                      <a:pt x="4925" y="10533"/>
                      <a:pt x="4614" y="10757"/>
                      <a:pt x="4044" y="10896"/>
                    </a:cubicBezTo>
                    <a:cubicBezTo>
                      <a:pt x="726" y="11673"/>
                      <a:pt x="0" y="13229"/>
                      <a:pt x="1659" y="16028"/>
                    </a:cubicBezTo>
                    <a:cubicBezTo>
                      <a:pt x="1834" y="16314"/>
                      <a:pt x="1935" y="16730"/>
                      <a:pt x="2351" y="16730"/>
                    </a:cubicBezTo>
                    <a:cubicBezTo>
                      <a:pt x="2389" y="16730"/>
                      <a:pt x="2429" y="16727"/>
                      <a:pt x="2471" y="16720"/>
                    </a:cubicBezTo>
                    <a:cubicBezTo>
                      <a:pt x="3007" y="16633"/>
                      <a:pt x="3197" y="16236"/>
                      <a:pt x="3301" y="15752"/>
                    </a:cubicBezTo>
                    <a:cubicBezTo>
                      <a:pt x="3405" y="15251"/>
                      <a:pt x="3301" y="14784"/>
                      <a:pt x="4009" y="14542"/>
                    </a:cubicBezTo>
                    <a:cubicBezTo>
                      <a:pt x="5651" y="13955"/>
                      <a:pt x="7241" y="13194"/>
                      <a:pt x="8866" y="12555"/>
                    </a:cubicBezTo>
                    <a:cubicBezTo>
                      <a:pt x="9298" y="12399"/>
                      <a:pt x="9643" y="12261"/>
                      <a:pt x="9799" y="11829"/>
                    </a:cubicBezTo>
                    <a:cubicBezTo>
                      <a:pt x="10300" y="10308"/>
                      <a:pt x="8866" y="5746"/>
                      <a:pt x="7604" y="4709"/>
                    </a:cubicBezTo>
                    <a:cubicBezTo>
                      <a:pt x="7397" y="4536"/>
                      <a:pt x="6809" y="4571"/>
                      <a:pt x="7016" y="4139"/>
                    </a:cubicBezTo>
                    <a:cubicBezTo>
                      <a:pt x="7082" y="4008"/>
                      <a:pt x="7166" y="3963"/>
                      <a:pt x="7262" y="3963"/>
                    </a:cubicBezTo>
                    <a:cubicBezTo>
                      <a:pt x="7468" y="3963"/>
                      <a:pt x="7725" y="4173"/>
                      <a:pt x="7950" y="4173"/>
                    </a:cubicBezTo>
                    <a:cubicBezTo>
                      <a:pt x="7979" y="4174"/>
                      <a:pt x="8009" y="4175"/>
                      <a:pt x="8039" y="4175"/>
                    </a:cubicBezTo>
                    <a:cubicBezTo>
                      <a:pt x="9008" y="4175"/>
                      <a:pt x="9913" y="3634"/>
                      <a:pt x="10265" y="2946"/>
                    </a:cubicBezTo>
                    <a:cubicBezTo>
                      <a:pt x="10697" y="2117"/>
                      <a:pt x="9695" y="1667"/>
                      <a:pt x="8987" y="1581"/>
                    </a:cubicBezTo>
                    <a:cubicBezTo>
                      <a:pt x="7811" y="1443"/>
                      <a:pt x="6930" y="786"/>
                      <a:pt x="5962" y="250"/>
                    </a:cubicBezTo>
                    <a:cubicBezTo>
                      <a:pt x="5704" y="111"/>
                      <a:pt x="5235" y="1"/>
                      <a:pt x="490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18" name="Google Shape;4618;p64"/>
              <p:cNvSpPr/>
              <p:nvPr/>
            </p:nvSpPr>
            <p:spPr>
              <a:xfrm>
                <a:off x="6901875" y="4220725"/>
                <a:ext cx="468775" cy="354550"/>
              </a:xfrm>
              <a:custGeom>
                <a:avLst/>
                <a:gdLst/>
                <a:ahLst/>
                <a:cxnLst/>
                <a:rect l="l" t="t" r="r" b="b"/>
                <a:pathLst>
                  <a:path w="18751" h="14182" extrusionOk="0">
                    <a:moveTo>
                      <a:pt x="15666" y="0"/>
                    </a:moveTo>
                    <a:cubicBezTo>
                      <a:pt x="15588" y="0"/>
                      <a:pt x="15504" y="9"/>
                      <a:pt x="15415" y="28"/>
                    </a:cubicBezTo>
                    <a:cubicBezTo>
                      <a:pt x="14690" y="184"/>
                      <a:pt x="14759" y="772"/>
                      <a:pt x="14897" y="1290"/>
                    </a:cubicBezTo>
                    <a:cubicBezTo>
                      <a:pt x="15294" y="2845"/>
                      <a:pt x="14880" y="4038"/>
                      <a:pt x="13463" y="4850"/>
                    </a:cubicBezTo>
                    <a:cubicBezTo>
                      <a:pt x="13013" y="5109"/>
                      <a:pt x="12823" y="5472"/>
                      <a:pt x="13065" y="5991"/>
                    </a:cubicBezTo>
                    <a:cubicBezTo>
                      <a:pt x="13324" y="6578"/>
                      <a:pt x="12823" y="6803"/>
                      <a:pt x="12512" y="7097"/>
                    </a:cubicBezTo>
                    <a:cubicBezTo>
                      <a:pt x="12410" y="7191"/>
                      <a:pt x="12303" y="7233"/>
                      <a:pt x="12200" y="7233"/>
                    </a:cubicBezTo>
                    <a:cubicBezTo>
                      <a:pt x="12041" y="7233"/>
                      <a:pt x="11891" y="7133"/>
                      <a:pt x="11786" y="6976"/>
                    </a:cubicBezTo>
                    <a:cubicBezTo>
                      <a:pt x="11531" y="6610"/>
                      <a:pt x="11284" y="6477"/>
                      <a:pt x="11039" y="6477"/>
                    </a:cubicBezTo>
                    <a:cubicBezTo>
                      <a:pt x="10705" y="6477"/>
                      <a:pt x="10373" y="6726"/>
                      <a:pt x="10024" y="6976"/>
                    </a:cubicBezTo>
                    <a:cubicBezTo>
                      <a:pt x="8797" y="7891"/>
                      <a:pt x="7811" y="9188"/>
                      <a:pt x="6308" y="9637"/>
                    </a:cubicBezTo>
                    <a:cubicBezTo>
                      <a:pt x="4303" y="10242"/>
                      <a:pt x="2696" y="11572"/>
                      <a:pt x="812" y="12385"/>
                    </a:cubicBezTo>
                    <a:cubicBezTo>
                      <a:pt x="242" y="12627"/>
                      <a:pt x="0" y="13214"/>
                      <a:pt x="692" y="13577"/>
                    </a:cubicBezTo>
                    <a:cubicBezTo>
                      <a:pt x="1262" y="13888"/>
                      <a:pt x="1936" y="13992"/>
                      <a:pt x="2610" y="14182"/>
                    </a:cubicBezTo>
                    <a:cubicBezTo>
                      <a:pt x="3819" y="13854"/>
                      <a:pt x="4943" y="13249"/>
                      <a:pt x="5893" y="12436"/>
                    </a:cubicBezTo>
                    <a:cubicBezTo>
                      <a:pt x="7829" y="10743"/>
                      <a:pt x="10144" y="9447"/>
                      <a:pt x="12357" y="8496"/>
                    </a:cubicBezTo>
                    <a:cubicBezTo>
                      <a:pt x="14396" y="7615"/>
                      <a:pt x="15847" y="6042"/>
                      <a:pt x="17817" y="5213"/>
                    </a:cubicBezTo>
                    <a:cubicBezTo>
                      <a:pt x="18301" y="4988"/>
                      <a:pt x="18751" y="4452"/>
                      <a:pt x="18612" y="3848"/>
                    </a:cubicBezTo>
                    <a:cubicBezTo>
                      <a:pt x="18539" y="3538"/>
                      <a:pt x="18402" y="3442"/>
                      <a:pt x="18239" y="3442"/>
                    </a:cubicBezTo>
                    <a:cubicBezTo>
                      <a:pt x="18019" y="3442"/>
                      <a:pt x="17752" y="3615"/>
                      <a:pt x="17524" y="3675"/>
                    </a:cubicBezTo>
                    <a:cubicBezTo>
                      <a:pt x="17487" y="3682"/>
                      <a:pt x="17451" y="3686"/>
                      <a:pt x="17417" y="3686"/>
                    </a:cubicBezTo>
                    <a:cubicBezTo>
                      <a:pt x="17207" y="3686"/>
                      <a:pt x="17050" y="3554"/>
                      <a:pt x="17109" y="3346"/>
                    </a:cubicBezTo>
                    <a:cubicBezTo>
                      <a:pt x="17385" y="2431"/>
                      <a:pt x="16625" y="1791"/>
                      <a:pt x="16556" y="962"/>
                    </a:cubicBezTo>
                    <a:cubicBezTo>
                      <a:pt x="16526" y="461"/>
                      <a:pt x="16229" y="0"/>
                      <a:pt x="1566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19" name="Google Shape;4619;p64"/>
              <p:cNvSpPr/>
              <p:nvPr/>
            </p:nvSpPr>
            <p:spPr>
              <a:xfrm>
                <a:off x="6306100" y="2654825"/>
                <a:ext cx="232875" cy="385425"/>
              </a:xfrm>
              <a:custGeom>
                <a:avLst/>
                <a:gdLst/>
                <a:ahLst/>
                <a:cxnLst/>
                <a:rect l="l" t="t" r="r" b="b"/>
                <a:pathLst>
                  <a:path w="9315" h="15417" extrusionOk="0">
                    <a:moveTo>
                      <a:pt x="6907" y="9941"/>
                    </a:moveTo>
                    <a:cubicBezTo>
                      <a:pt x="6738" y="10523"/>
                      <a:pt x="6645" y="11167"/>
                      <a:pt x="5910" y="11304"/>
                    </a:cubicBezTo>
                    <a:cubicBezTo>
                      <a:pt x="5905" y="11305"/>
                      <a:pt x="5899" y="11305"/>
                      <a:pt x="5892" y="11305"/>
                    </a:cubicBezTo>
                    <a:cubicBezTo>
                      <a:pt x="5767" y="11305"/>
                      <a:pt x="5547" y="11146"/>
                      <a:pt x="5547" y="11097"/>
                    </a:cubicBezTo>
                    <a:cubicBezTo>
                      <a:pt x="5616" y="10270"/>
                      <a:pt x="6304" y="10147"/>
                      <a:pt x="6907" y="9941"/>
                    </a:cubicBezTo>
                    <a:close/>
                    <a:moveTo>
                      <a:pt x="2345" y="1"/>
                    </a:moveTo>
                    <a:cubicBezTo>
                      <a:pt x="2049" y="1"/>
                      <a:pt x="1708" y="93"/>
                      <a:pt x="1419" y="93"/>
                    </a:cubicBezTo>
                    <a:cubicBezTo>
                      <a:pt x="1383" y="93"/>
                      <a:pt x="1348" y="92"/>
                      <a:pt x="1313" y="88"/>
                    </a:cubicBezTo>
                    <a:cubicBezTo>
                      <a:pt x="1306" y="88"/>
                      <a:pt x="1299" y="88"/>
                      <a:pt x="1292" y="88"/>
                    </a:cubicBezTo>
                    <a:cubicBezTo>
                      <a:pt x="885" y="88"/>
                      <a:pt x="504" y="561"/>
                      <a:pt x="639" y="883"/>
                    </a:cubicBezTo>
                    <a:cubicBezTo>
                      <a:pt x="1244" y="2283"/>
                      <a:pt x="0" y="3977"/>
                      <a:pt x="1348" y="5273"/>
                    </a:cubicBezTo>
                    <a:cubicBezTo>
                      <a:pt x="1538" y="5446"/>
                      <a:pt x="1383" y="5964"/>
                      <a:pt x="1538" y="6241"/>
                    </a:cubicBezTo>
                    <a:cubicBezTo>
                      <a:pt x="1851" y="6738"/>
                      <a:pt x="1941" y="7889"/>
                      <a:pt x="2501" y="7889"/>
                    </a:cubicBezTo>
                    <a:cubicBezTo>
                      <a:pt x="2623" y="7889"/>
                      <a:pt x="2766" y="7836"/>
                      <a:pt x="2938" y="7710"/>
                    </a:cubicBezTo>
                    <a:cubicBezTo>
                      <a:pt x="3345" y="7411"/>
                      <a:pt x="3664" y="7306"/>
                      <a:pt x="3951" y="7306"/>
                    </a:cubicBezTo>
                    <a:cubicBezTo>
                      <a:pt x="4345" y="7306"/>
                      <a:pt x="4678" y="7505"/>
                      <a:pt x="5098" y="7675"/>
                    </a:cubicBezTo>
                    <a:cubicBezTo>
                      <a:pt x="5375" y="7796"/>
                      <a:pt x="5651" y="7848"/>
                      <a:pt x="5668" y="8176"/>
                    </a:cubicBezTo>
                    <a:cubicBezTo>
                      <a:pt x="5668" y="8297"/>
                      <a:pt x="5547" y="8401"/>
                      <a:pt x="5478" y="8504"/>
                    </a:cubicBezTo>
                    <a:cubicBezTo>
                      <a:pt x="5288" y="8384"/>
                      <a:pt x="5098" y="8263"/>
                      <a:pt x="4908" y="8107"/>
                    </a:cubicBezTo>
                    <a:cubicBezTo>
                      <a:pt x="4670" y="7869"/>
                      <a:pt x="4349" y="7740"/>
                      <a:pt x="4020" y="7740"/>
                    </a:cubicBezTo>
                    <a:cubicBezTo>
                      <a:pt x="3895" y="7740"/>
                      <a:pt x="3770" y="7758"/>
                      <a:pt x="3646" y="7796"/>
                    </a:cubicBezTo>
                    <a:cubicBezTo>
                      <a:pt x="3059" y="7951"/>
                      <a:pt x="3284" y="8470"/>
                      <a:pt x="3249" y="8850"/>
                    </a:cubicBezTo>
                    <a:cubicBezTo>
                      <a:pt x="3180" y="10008"/>
                      <a:pt x="4701" y="11270"/>
                      <a:pt x="4580" y="11408"/>
                    </a:cubicBezTo>
                    <a:cubicBezTo>
                      <a:pt x="3042" y="13170"/>
                      <a:pt x="4251" y="13205"/>
                      <a:pt x="5599" y="13758"/>
                    </a:cubicBezTo>
                    <a:cubicBezTo>
                      <a:pt x="6014" y="13948"/>
                      <a:pt x="6429" y="15244"/>
                      <a:pt x="7379" y="15400"/>
                    </a:cubicBezTo>
                    <a:cubicBezTo>
                      <a:pt x="7454" y="15411"/>
                      <a:pt x="7523" y="15417"/>
                      <a:pt x="7586" y="15417"/>
                    </a:cubicBezTo>
                    <a:cubicBezTo>
                      <a:pt x="8462" y="15417"/>
                      <a:pt x="8316" y="14362"/>
                      <a:pt x="8606" y="13879"/>
                    </a:cubicBezTo>
                    <a:cubicBezTo>
                      <a:pt x="9315" y="12687"/>
                      <a:pt x="8554" y="11529"/>
                      <a:pt x="8105" y="10423"/>
                    </a:cubicBezTo>
                    <a:cubicBezTo>
                      <a:pt x="7967" y="10058"/>
                      <a:pt x="7709" y="9812"/>
                      <a:pt x="7353" y="9812"/>
                    </a:cubicBezTo>
                    <a:cubicBezTo>
                      <a:pt x="7222" y="9812"/>
                      <a:pt x="7078" y="9845"/>
                      <a:pt x="6922" y="9917"/>
                    </a:cubicBezTo>
                    <a:lnTo>
                      <a:pt x="6922" y="9917"/>
                    </a:lnTo>
                    <a:cubicBezTo>
                      <a:pt x="7290" y="9072"/>
                      <a:pt x="8114" y="7913"/>
                      <a:pt x="7103" y="7433"/>
                    </a:cubicBezTo>
                    <a:cubicBezTo>
                      <a:pt x="5789" y="6828"/>
                      <a:pt x="5530" y="5048"/>
                      <a:pt x="3854" y="4927"/>
                    </a:cubicBezTo>
                    <a:cubicBezTo>
                      <a:pt x="3335" y="4893"/>
                      <a:pt x="2886" y="4167"/>
                      <a:pt x="3318" y="3424"/>
                    </a:cubicBezTo>
                    <a:cubicBezTo>
                      <a:pt x="3975" y="2318"/>
                      <a:pt x="3353" y="1298"/>
                      <a:pt x="2955" y="348"/>
                    </a:cubicBezTo>
                    <a:cubicBezTo>
                      <a:pt x="2833" y="73"/>
                      <a:pt x="2607" y="1"/>
                      <a:pt x="234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20" name="Google Shape;4620;p64"/>
              <p:cNvSpPr/>
              <p:nvPr/>
            </p:nvSpPr>
            <p:spPr>
              <a:xfrm>
                <a:off x="6139750" y="3178550"/>
                <a:ext cx="185375" cy="227425"/>
              </a:xfrm>
              <a:custGeom>
                <a:avLst/>
                <a:gdLst/>
                <a:ahLst/>
                <a:cxnLst/>
                <a:rect l="l" t="t" r="r" b="b"/>
                <a:pathLst>
                  <a:path w="7415" h="9097" extrusionOk="0">
                    <a:moveTo>
                      <a:pt x="6576" y="0"/>
                    </a:moveTo>
                    <a:cubicBezTo>
                      <a:pt x="6440" y="0"/>
                      <a:pt x="6314" y="46"/>
                      <a:pt x="6222" y="154"/>
                    </a:cubicBezTo>
                    <a:cubicBezTo>
                      <a:pt x="5928" y="483"/>
                      <a:pt x="5611" y="592"/>
                      <a:pt x="5290" y="592"/>
                    </a:cubicBezTo>
                    <a:cubicBezTo>
                      <a:pt x="4988" y="592"/>
                      <a:pt x="4683" y="496"/>
                      <a:pt x="4390" y="396"/>
                    </a:cubicBezTo>
                    <a:cubicBezTo>
                      <a:pt x="3964" y="242"/>
                      <a:pt x="3597" y="173"/>
                      <a:pt x="3279" y="173"/>
                    </a:cubicBezTo>
                    <a:cubicBezTo>
                      <a:pt x="1986" y="173"/>
                      <a:pt x="1492" y="1318"/>
                      <a:pt x="1020" y="2608"/>
                    </a:cubicBezTo>
                    <a:cubicBezTo>
                      <a:pt x="364" y="4353"/>
                      <a:pt x="1" y="6064"/>
                      <a:pt x="796" y="7360"/>
                    </a:cubicBezTo>
                    <a:cubicBezTo>
                      <a:pt x="847" y="8362"/>
                      <a:pt x="761" y="8984"/>
                      <a:pt x="1470" y="9088"/>
                    </a:cubicBezTo>
                    <a:cubicBezTo>
                      <a:pt x="1519" y="9094"/>
                      <a:pt x="1568" y="9097"/>
                      <a:pt x="1614" y="9097"/>
                    </a:cubicBezTo>
                    <a:cubicBezTo>
                      <a:pt x="2117" y="9097"/>
                      <a:pt x="2435" y="8762"/>
                      <a:pt x="2593" y="8224"/>
                    </a:cubicBezTo>
                    <a:cubicBezTo>
                      <a:pt x="2634" y="8075"/>
                      <a:pt x="2578" y="7743"/>
                      <a:pt x="2746" y="7743"/>
                    </a:cubicBezTo>
                    <a:cubicBezTo>
                      <a:pt x="2792" y="7743"/>
                      <a:pt x="2854" y="7768"/>
                      <a:pt x="2938" y="7827"/>
                    </a:cubicBezTo>
                    <a:cubicBezTo>
                      <a:pt x="3173" y="7995"/>
                      <a:pt x="3380" y="8062"/>
                      <a:pt x="3567" y="8062"/>
                    </a:cubicBezTo>
                    <a:cubicBezTo>
                      <a:pt x="4013" y="8062"/>
                      <a:pt x="4340" y="7677"/>
                      <a:pt x="4632" y="7360"/>
                    </a:cubicBezTo>
                    <a:cubicBezTo>
                      <a:pt x="5116" y="6842"/>
                      <a:pt x="4563" y="6358"/>
                      <a:pt x="4373" y="5839"/>
                    </a:cubicBezTo>
                    <a:cubicBezTo>
                      <a:pt x="4183" y="5321"/>
                      <a:pt x="3491" y="4750"/>
                      <a:pt x="4442" y="4249"/>
                    </a:cubicBezTo>
                    <a:cubicBezTo>
                      <a:pt x="4943" y="3990"/>
                      <a:pt x="5790" y="3852"/>
                      <a:pt x="5427" y="3057"/>
                    </a:cubicBezTo>
                    <a:cubicBezTo>
                      <a:pt x="5274" y="2713"/>
                      <a:pt x="5030" y="2616"/>
                      <a:pt x="4752" y="2616"/>
                    </a:cubicBezTo>
                    <a:cubicBezTo>
                      <a:pt x="4400" y="2616"/>
                      <a:pt x="3994" y="2771"/>
                      <a:pt x="3647" y="2780"/>
                    </a:cubicBezTo>
                    <a:cubicBezTo>
                      <a:pt x="3388" y="2815"/>
                      <a:pt x="3129" y="2850"/>
                      <a:pt x="2887" y="2919"/>
                    </a:cubicBezTo>
                    <a:cubicBezTo>
                      <a:pt x="2887" y="2746"/>
                      <a:pt x="2800" y="2487"/>
                      <a:pt x="2887" y="2435"/>
                    </a:cubicBezTo>
                    <a:cubicBezTo>
                      <a:pt x="3111" y="2262"/>
                      <a:pt x="3405" y="2037"/>
                      <a:pt x="3664" y="2037"/>
                    </a:cubicBezTo>
                    <a:cubicBezTo>
                      <a:pt x="4321" y="2055"/>
                      <a:pt x="4995" y="2262"/>
                      <a:pt x="5634" y="2262"/>
                    </a:cubicBezTo>
                    <a:cubicBezTo>
                      <a:pt x="6481" y="2262"/>
                      <a:pt x="6861" y="1553"/>
                      <a:pt x="7242" y="931"/>
                    </a:cubicBezTo>
                    <a:cubicBezTo>
                      <a:pt x="7414" y="689"/>
                      <a:pt x="7328" y="344"/>
                      <a:pt x="7086" y="188"/>
                    </a:cubicBezTo>
                    <a:cubicBezTo>
                      <a:pt x="6932" y="73"/>
                      <a:pt x="6746" y="0"/>
                      <a:pt x="657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21" name="Google Shape;4621;p64"/>
              <p:cNvSpPr/>
              <p:nvPr/>
            </p:nvSpPr>
            <p:spPr>
              <a:xfrm>
                <a:off x="4320000" y="1079225"/>
                <a:ext cx="260125" cy="163000"/>
              </a:xfrm>
              <a:custGeom>
                <a:avLst/>
                <a:gdLst/>
                <a:ahLst/>
                <a:cxnLst/>
                <a:rect l="l" t="t" r="r" b="b"/>
                <a:pathLst>
                  <a:path w="10405" h="6520" extrusionOk="0">
                    <a:moveTo>
                      <a:pt x="8970" y="1"/>
                    </a:moveTo>
                    <a:cubicBezTo>
                      <a:pt x="6620" y="778"/>
                      <a:pt x="3786" y="294"/>
                      <a:pt x="1764" y="2576"/>
                    </a:cubicBezTo>
                    <a:cubicBezTo>
                      <a:pt x="502" y="3993"/>
                      <a:pt x="1" y="5410"/>
                      <a:pt x="1038" y="5876"/>
                    </a:cubicBezTo>
                    <a:cubicBezTo>
                      <a:pt x="2057" y="6274"/>
                      <a:pt x="3146" y="6499"/>
                      <a:pt x="4252" y="6516"/>
                    </a:cubicBezTo>
                    <a:cubicBezTo>
                      <a:pt x="4303" y="6518"/>
                      <a:pt x="4355" y="6520"/>
                      <a:pt x="4406" y="6520"/>
                    </a:cubicBezTo>
                    <a:cubicBezTo>
                      <a:pt x="4717" y="6520"/>
                      <a:pt x="5012" y="6455"/>
                      <a:pt x="5116" y="6084"/>
                    </a:cubicBezTo>
                    <a:cubicBezTo>
                      <a:pt x="5237" y="5652"/>
                      <a:pt x="4892" y="5479"/>
                      <a:pt x="4563" y="5323"/>
                    </a:cubicBezTo>
                    <a:cubicBezTo>
                      <a:pt x="3094" y="4598"/>
                      <a:pt x="3630" y="3924"/>
                      <a:pt x="4598" y="3198"/>
                    </a:cubicBezTo>
                    <a:cubicBezTo>
                      <a:pt x="5980" y="2144"/>
                      <a:pt x="7726" y="2126"/>
                      <a:pt x="9264" y="1487"/>
                    </a:cubicBezTo>
                    <a:cubicBezTo>
                      <a:pt x="9696" y="1331"/>
                      <a:pt x="10404" y="1556"/>
                      <a:pt x="10352" y="796"/>
                    </a:cubicBezTo>
                    <a:cubicBezTo>
                      <a:pt x="10301" y="35"/>
                      <a:pt x="9627" y="70"/>
                      <a:pt x="897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22" name="Google Shape;4622;p64"/>
              <p:cNvSpPr/>
              <p:nvPr/>
            </p:nvSpPr>
            <p:spPr>
              <a:xfrm>
                <a:off x="3605850" y="1017225"/>
                <a:ext cx="246275" cy="88775"/>
              </a:xfrm>
              <a:custGeom>
                <a:avLst/>
                <a:gdLst/>
                <a:ahLst/>
                <a:cxnLst/>
                <a:rect l="l" t="t" r="r" b="b"/>
                <a:pathLst>
                  <a:path w="9851" h="3551" extrusionOk="0">
                    <a:moveTo>
                      <a:pt x="3896" y="1"/>
                    </a:moveTo>
                    <a:cubicBezTo>
                      <a:pt x="2951" y="1"/>
                      <a:pt x="1998" y="113"/>
                      <a:pt x="1055" y="130"/>
                    </a:cubicBezTo>
                    <a:cubicBezTo>
                      <a:pt x="674" y="130"/>
                      <a:pt x="260" y="217"/>
                      <a:pt x="121" y="649"/>
                    </a:cubicBezTo>
                    <a:cubicBezTo>
                      <a:pt x="0" y="1046"/>
                      <a:pt x="173" y="1461"/>
                      <a:pt x="536" y="1651"/>
                    </a:cubicBezTo>
                    <a:cubicBezTo>
                      <a:pt x="1487" y="2256"/>
                      <a:pt x="2489" y="2792"/>
                      <a:pt x="3474" y="3345"/>
                    </a:cubicBezTo>
                    <a:cubicBezTo>
                      <a:pt x="3715" y="3472"/>
                      <a:pt x="3939" y="3551"/>
                      <a:pt x="4149" y="3551"/>
                    </a:cubicBezTo>
                    <a:cubicBezTo>
                      <a:pt x="4450" y="3551"/>
                      <a:pt x="4723" y="3389"/>
                      <a:pt x="4978" y="2982"/>
                    </a:cubicBezTo>
                    <a:cubicBezTo>
                      <a:pt x="5203" y="2650"/>
                      <a:pt x="5511" y="2104"/>
                      <a:pt x="5931" y="2104"/>
                    </a:cubicBezTo>
                    <a:cubicBezTo>
                      <a:pt x="6058" y="2104"/>
                      <a:pt x="6195" y="2153"/>
                      <a:pt x="6343" y="2273"/>
                    </a:cubicBezTo>
                    <a:cubicBezTo>
                      <a:pt x="6982" y="2809"/>
                      <a:pt x="7673" y="2826"/>
                      <a:pt x="8365" y="2895"/>
                    </a:cubicBezTo>
                    <a:cubicBezTo>
                      <a:pt x="8588" y="2920"/>
                      <a:pt x="8869" y="3004"/>
                      <a:pt x="9118" y="3004"/>
                    </a:cubicBezTo>
                    <a:cubicBezTo>
                      <a:pt x="9390" y="3004"/>
                      <a:pt x="9623" y="2904"/>
                      <a:pt x="9695" y="2515"/>
                    </a:cubicBezTo>
                    <a:cubicBezTo>
                      <a:pt x="9851" y="1789"/>
                      <a:pt x="9142" y="1668"/>
                      <a:pt x="8641" y="1478"/>
                    </a:cubicBezTo>
                    <a:lnTo>
                      <a:pt x="6585" y="493"/>
                    </a:lnTo>
                    <a:cubicBezTo>
                      <a:pt x="5704" y="104"/>
                      <a:pt x="4803" y="1"/>
                      <a:pt x="389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23" name="Google Shape;4623;p64"/>
              <p:cNvSpPr/>
              <p:nvPr/>
            </p:nvSpPr>
            <p:spPr>
              <a:xfrm>
                <a:off x="3161275" y="1612775"/>
                <a:ext cx="115825" cy="115825"/>
              </a:xfrm>
              <a:custGeom>
                <a:avLst/>
                <a:gdLst/>
                <a:ahLst/>
                <a:cxnLst/>
                <a:rect l="l" t="t" r="r" b="b"/>
                <a:pathLst>
                  <a:path w="4633" h="4633" extrusionOk="0">
                    <a:moveTo>
                      <a:pt x="2966" y="1"/>
                    </a:moveTo>
                    <a:cubicBezTo>
                      <a:pt x="2951" y="1"/>
                      <a:pt x="2936" y="1"/>
                      <a:pt x="2921" y="1"/>
                    </a:cubicBezTo>
                    <a:cubicBezTo>
                      <a:pt x="1729" y="36"/>
                      <a:pt x="1" y="2421"/>
                      <a:pt x="139" y="3803"/>
                    </a:cubicBezTo>
                    <a:cubicBezTo>
                      <a:pt x="139" y="4252"/>
                      <a:pt x="502" y="4615"/>
                      <a:pt x="951" y="4633"/>
                    </a:cubicBezTo>
                    <a:cubicBezTo>
                      <a:pt x="2956" y="4581"/>
                      <a:pt x="4632" y="3026"/>
                      <a:pt x="4529" y="1297"/>
                    </a:cubicBezTo>
                    <a:cubicBezTo>
                      <a:pt x="4478" y="482"/>
                      <a:pt x="3809" y="1"/>
                      <a:pt x="296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24" name="Google Shape;4624;p64"/>
              <p:cNvSpPr/>
              <p:nvPr/>
            </p:nvSpPr>
            <p:spPr>
              <a:xfrm>
                <a:off x="6082850" y="3458350"/>
                <a:ext cx="215350" cy="82375"/>
              </a:xfrm>
              <a:custGeom>
                <a:avLst/>
                <a:gdLst/>
                <a:ahLst/>
                <a:cxnLst/>
                <a:rect l="l" t="t" r="r" b="b"/>
                <a:pathLst>
                  <a:path w="8614" h="3295" extrusionOk="0">
                    <a:moveTo>
                      <a:pt x="8412" y="834"/>
                    </a:moveTo>
                    <a:lnTo>
                      <a:pt x="8412" y="834"/>
                    </a:lnTo>
                    <a:cubicBezTo>
                      <a:pt x="8408" y="835"/>
                      <a:pt x="8404" y="836"/>
                      <a:pt x="8401" y="837"/>
                    </a:cubicBezTo>
                    <a:lnTo>
                      <a:pt x="8401" y="837"/>
                    </a:lnTo>
                    <a:cubicBezTo>
                      <a:pt x="8399" y="842"/>
                      <a:pt x="8396" y="846"/>
                      <a:pt x="8394" y="851"/>
                    </a:cubicBezTo>
                    <a:lnTo>
                      <a:pt x="8412" y="834"/>
                    </a:lnTo>
                    <a:close/>
                    <a:moveTo>
                      <a:pt x="6441" y="1"/>
                    </a:moveTo>
                    <a:cubicBezTo>
                      <a:pt x="5426" y="1"/>
                      <a:pt x="4424" y="103"/>
                      <a:pt x="3504" y="557"/>
                    </a:cubicBezTo>
                    <a:cubicBezTo>
                      <a:pt x="3268" y="683"/>
                      <a:pt x="3156" y="756"/>
                      <a:pt x="3064" y="756"/>
                    </a:cubicBezTo>
                    <a:cubicBezTo>
                      <a:pt x="2968" y="756"/>
                      <a:pt x="2895" y="675"/>
                      <a:pt x="2726" y="488"/>
                    </a:cubicBezTo>
                    <a:cubicBezTo>
                      <a:pt x="2440" y="160"/>
                      <a:pt x="2158" y="41"/>
                      <a:pt x="1882" y="41"/>
                    </a:cubicBezTo>
                    <a:cubicBezTo>
                      <a:pt x="1373" y="41"/>
                      <a:pt x="881" y="443"/>
                      <a:pt x="410" y="678"/>
                    </a:cubicBezTo>
                    <a:cubicBezTo>
                      <a:pt x="0" y="866"/>
                      <a:pt x="164" y="1612"/>
                      <a:pt x="452" y="1612"/>
                    </a:cubicBezTo>
                    <a:cubicBezTo>
                      <a:pt x="455" y="1612"/>
                      <a:pt x="459" y="1612"/>
                      <a:pt x="462" y="1612"/>
                    </a:cubicBezTo>
                    <a:cubicBezTo>
                      <a:pt x="518" y="1607"/>
                      <a:pt x="572" y="1605"/>
                      <a:pt x="625" y="1605"/>
                    </a:cubicBezTo>
                    <a:cubicBezTo>
                      <a:pt x="1895" y="1605"/>
                      <a:pt x="2508" y="2753"/>
                      <a:pt x="3504" y="3184"/>
                    </a:cubicBezTo>
                    <a:cubicBezTo>
                      <a:pt x="3665" y="3259"/>
                      <a:pt x="3818" y="3295"/>
                      <a:pt x="3955" y="3295"/>
                    </a:cubicBezTo>
                    <a:cubicBezTo>
                      <a:pt x="4389" y="3295"/>
                      <a:pt x="4667" y="2934"/>
                      <a:pt x="4575" y="2303"/>
                    </a:cubicBezTo>
                    <a:cubicBezTo>
                      <a:pt x="4523" y="1905"/>
                      <a:pt x="4541" y="1784"/>
                      <a:pt x="4973" y="1698"/>
                    </a:cubicBezTo>
                    <a:cubicBezTo>
                      <a:pt x="6127" y="1457"/>
                      <a:pt x="7264" y="1130"/>
                      <a:pt x="8401" y="837"/>
                    </a:cubicBezTo>
                    <a:lnTo>
                      <a:pt x="8401" y="837"/>
                    </a:lnTo>
                    <a:cubicBezTo>
                      <a:pt x="8535" y="525"/>
                      <a:pt x="8613" y="56"/>
                      <a:pt x="8256" y="56"/>
                    </a:cubicBezTo>
                    <a:cubicBezTo>
                      <a:pt x="7656" y="37"/>
                      <a:pt x="7046" y="1"/>
                      <a:pt x="644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25" name="Google Shape;4625;p64"/>
              <p:cNvSpPr/>
              <p:nvPr/>
            </p:nvSpPr>
            <p:spPr>
              <a:xfrm>
                <a:off x="5726825" y="1103850"/>
                <a:ext cx="262175" cy="54825"/>
              </a:xfrm>
              <a:custGeom>
                <a:avLst/>
                <a:gdLst/>
                <a:ahLst/>
                <a:cxnLst/>
                <a:rect l="l" t="t" r="r" b="b"/>
                <a:pathLst>
                  <a:path w="10487" h="2193" extrusionOk="0">
                    <a:moveTo>
                      <a:pt x="2675" y="1"/>
                    </a:moveTo>
                    <a:cubicBezTo>
                      <a:pt x="2260" y="122"/>
                      <a:pt x="1984" y="208"/>
                      <a:pt x="1707" y="260"/>
                    </a:cubicBezTo>
                    <a:cubicBezTo>
                      <a:pt x="1625" y="276"/>
                      <a:pt x="1533" y="281"/>
                      <a:pt x="1436" y="281"/>
                    </a:cubicBezTo>
                    <a:cubicBezTo>
                      <a:pt x="1238" y="281"/>
                      <a:pt x="1018" y="259"/>
                      <a:pt x="814" y="259"/>
                    </a:cubicBezTo>
                    <a:cubicBezTo>
                      <a:pt x="370" y="259"/>
                      <a:pt x="1" y="367"/>
                      <a:pt x="83" y="1055"/>
                    </a:cubicBezTo>
                    <a:cubicBezTo>
                      <a:pt x="160" y="1671"/>
                      <a:pt x="629" y="1783"/>
                      <a:pt x="1147" y="1783"/>
                    </a:cubicBezTo>
                    <a:cubicBezTo>
                      <a:pt x="1443" y="1783"/>
                      <a:pt x="1754" y="1746"/>
                      <a:pt x="2018" y="1746"/>
                    </a:cubicBezTo>
                    <a:cubicBezTo>
                      <a:pt x="3176" y="1729"/>
                      <a:pt x="4334" y="1625"/>
                      <a:pt x="5488" y="1625"/>
                    </a:cubicBezTo>
                    <a:cubicBezTo>
                      <a:pt x="6641" y="1625"/>
                      <a:pt x="7790" y="1729"/>
                      <a:pt x="8931" y="2126"/>
                    </a:cubicBezTo>
                    <a:cubicBezTo>
                      <a:pt x="9064" y="2171"/>
                      <a:pt x="9201" y="2192"/>
                      <a:pt x="9336" y="2192"/>
                    </a:cubicBezTo>
                    <a:cubicBezTo>
                      <a:pt x="9780" y="2192"/>
                      <a:pt x="10194" y="1955"/>
                      <a:pt x="10314" y="1504"/>
                    </a:cubicBezTo>
                    <a:cubicBezTo>
                      <a:pt x="10486" y="813"/>
                      <a:pt x="9761" y="744"/>
                      <a:pt x="9294" y="606"/>
                    </a:cubicBezTo>
                    <a:cubicBezTo>
                      <a:pt x="8746" y="426"/>
                      <a:pt x="8189" y="370"/>
                      <a:pt x="7630" y="370"/>
                    </a:cubicBezTo>
                    <a:cubicBezTo>
                      <a:pt x="6715" y="370"/>
                      <a:pt x="5795" y="519"/>
                      <a:pt x="4900" y="519"/>
                    </a:cubicBezTo>
                    <a:cubicBezTo>
                      <a:pt x="4133" y="519"/>
                      <a:pt x="3384" y="409"/>
                      <a:pt x="267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26" name="Google Shape;4626;p64"/>
              <p:cNvSpPr/>
              <p:nvPr/>
            </p:nvSpPr>
            <p:spPr>
              <a:xfrm>
                <a:off x="6497925" y="4391525"/>
                <a:ext cx="125725" cy="97375"/>
              </a:xfrm>
              <a:custGeom>
                <a:avLst/>
                <a:gdLst/>
                <a:ahLst/>
                <a:cxnLst/>
                <a:rect l="l" t="t" r="r" b="b"/>
                <a:pathLst>
                  <a:path w="5029" h="3895" extrusionOk="0">
                    <a:moveTo>
                      <a:pt x="4062" y="0"/>
                    </a:moveTo>
                    <a:cubicBezTo>
                      <a:pt x="3557" y="0"/>
                      <a:pt x="2937" y="491"/>
                      <a:pt x="2445" y="491"/>
                    </a:cubicBezTo>
                    <a:cubicBezTo>
                      <a:pt x="2234" y="491"/>
                      <a:pt x="2046" y="401"/>
                      <a:pt x="1901" y="144"/>
                    </a:cubicBezTo>
                    <a:cubicBezTo>
                      <a:pt x="0" y="403"/>
                      <a:pt x="570" y="1975"/>
                      <a:pt x="225" y="2960"/>
                    </a:cubicBezTo>
                    <a:cubicBezTo>
                      <a:pt x="38" y="3485"/>
                      <a:pt x="566" y="3894"/>
                      <a:pt x="1172" y="3894"/>
                    </a:cubicBezTo>
                    <a:cubicBezTo>
                      <a:pt x="1185" y="3894"/>
                      <a:pt x="1197" y="3894"/>
                      <a:pt x="1210" y="3894"/>
                    </a:cubicBezTo>
                    <a:cubicBezTo>
                      <a:pt x="2298" y="3876"/>
                      <a:pt x="5029" y="1630"/>
                      <a:pt x="4804" y="783"/>
                    </a:cubicBezTo>
                    <a:cubicBezTo>
                      <a:pt x="4638" y="185"/>
                      <a:pt x="4372" y="0"/>
                      <a:pt x="40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27" name="Google Shape;4627;p64"/>
              <p:cNvSpPr/>
              <p:nvPr/>
            </p:nvSpPr>
            <p:spPr>
              <a:xfrm>
                <a:off x="5334875" y="2906300"/>
                <a:ext cx="82100" cy="128050"/>
              </a:xfrm>
              <a:custGeom>
                <a:avLst/>
                <a:gdLst/>
                <a:ahLst/>
                <a:cxnLst/>
                <a:rect l="l" t="t" r="r" b="b"/>
                <a:pathLst>
                  <a:path w="3284" h="5122" extrusionOk="0">
                    <a:moveTo>
                      <a:pt x="519" y="1"/>
                    </a:moveTo>
                    <a:lnTo>
                      <a:pt x="380" y="139"/>
                    </a:lnTo>
                    <a:cubicBezTo>
                      <a:pt x="104" y="1452"/>
                      <a:pt x="0" y="2766"/>
                      <a:pt x="380" y="4062"/>
                    </a:cubicBezTo>
                    <a:cubicBezTo>
                      <a:pt x="534" y="4660"/>
                      <a:pt x="796" y="5122"/>
                      <a:pt x="1420" y="5122"/>
                    </a:cubicBezTo>
                    <a:cubicBezTo>
                      <a:pt x="1500" y="5122"/>
                      <a:pt x="1585" y="5114"/>
                      <a:pt x="1676" y="5099"/>
                    </a:cubicBezTo>
                    <a:cubicBezTo>
                      <a:pt x="2471" y="4978"/>
                      <a:pt x="3284" y="4408"/>
                      <a:pt x="3111" y="3734"/>
                    </a:cubicBezTo>
                    <a:cubicBezTo>
                      <a:pt x="2748" y="2213"/>
                      <a:pt x="2108" y="744"/>
                      <a:pt x="51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28" name="Google Shape;4628;p64"/>
              <p:cNvSpPr/>
              <p:nvPr/>
            </p:nvSpPr>
            <p:spPr>
              <a:xfrm>
                <a:off x="4869125" y="997550"/>
                <a:ext cx="160750" cy="66150"/>
              </a:xfrm>
              <a:custGeom>
                <a:avLst/>
                <a:gdLst/>
                <a:ahLst/>
                <a:cxnLst/>
                <a:rect l="l" t="t" r="r" b="b"/>
                <a:pathLst>
                  <a:path w="6430" h="2646" extrusionOk="0">
                    <a:moveTo>
                      <a:pt x="1040" y="1"/>
                    </a:moveTo>
                    <a:cubicBezTo>
                      <a:pt x="589" y="1"/>
                      <a:pt x="239" y="358"/>
                      <a:pt x="104" y="814"/>
                    </a:cubicBezTo>
                    <a:cubicBezTo>
                      <a:pt x="1" y="1108"/>
                      <a:pt x="191" y="1419"/>
                      <a:pt x="502" y="1470"/>
                    </a:cubicBezTo>
                    <a:cubicBezTo>
                      <a:pt x="1971" y="1885"/>
                      <a:pt x="3440" y="2283"/>
                      <a:pt x="4736" y="2646"/>
                    </a:cubicBezTo>
                    <a:cubicBezTo>
                      <a:pt x="5427" y="2611"/>
                      <a:pt x="5928" y="2611"/>
                      <a:pt x="6239" y="2127"/>
                    </a:cubicBezTo>
                    <a:cubicBezTo>
                      <a:pt x="6429" y="1851"/>
                      <a:pt x="6308" y="1470"/>
                      <a:pt x="6066" y="1419"/>
                    </a:cubicBezTo>
                    <a:cubicBezTo>
                      <a:pt x="4373" y="1021"/>
                      <a:pt x="2852" y="36"/>
                      <a:pt x="1072" y="2"/>
                    </a:cubicBezTo>
                    <a:cubicBezTo>
                      <a:pt x="1061" y="1"/>
                      <a:pt x="1051" y="1"/>
                      <a:pt x="10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29" name="Google Shape;4629;p64"/>
              <p:cNvSpPr/>
              <p:nvPr/>
            </p:nvSpPr>
            <p:spPr>
              <a:xfrm>
                <a:off x="3763550" y="998475"/>
                <a:ext cx="117975" cy="55725"/>
              </a:xfrm>
              <a:custGeom>
                <a:avLst/>
                <a:gdLst/>
                <a:ahLst/>
                <a:cxnLst/>
                <a:rect l="l" t="t" r="r" b="b"/>
                <a:pathLst>
                  <a:path w="4719" h="2229" extrusionOk="0">
                    <a:moveTo>
                      <a:pt x="747" y="0"/>
                    </a:moveTo>
                    <a:cubicBezTo>
                      <a:pt x="407" y="0"/>
                      <a:pt x="65" y="161"/>
                      <a:pt x="18" y="690"/>
                    </a:cubicBezTo>
                    <a:cubicBezTo>
                      <a:pt x="0" y="863"/>
                      <a:pt x="190" y="1053"/>
                      <a:pt x="277" y="1243"/>
                    </a:cubicBezTo>
                    <a:lnTo>
                      <a:pt x="2333" y="2228"/>
                    </a:lnTo>
                    <a:cubicBezTo>
                      <a:pt x="2437" y="2220"/>
                      <a:pt x="2541" y="2220"/>
                      <a:pt x="2644" y="2220"/>
                    </a:cubicBezTo>
                    <a:cubicBezTo>
                      <a:pt x="2748" y="2220"/>
                      <a:pt x="2852" y="2220"/>
                      <a:pt x="2955" y="2211"/>
                    </a:cubicBezTo>
                    <a:cubicBezTo>
                      <a:pt x="3647" y="2142"/>
                      <a:pt x="4718" y="2090"/>
                      <a:pt x="4511" y="1261"/>
                    </a:cubicBezTo>
                    <a:cubicBezTo>
                      <a:pt x="4255" y="308"/>
                      <a:pt x="3582" y="187"/>
                      <a:pt x="2842" y="187"/>
                    </a:cubicBezTo>
                    <a:cubicBezTo>
                      <a:pt x="2589" y="187"/>
                      <a:pt x="2328" y="201"/>
                      <a:pt x="2074" y="201"/>
                    </a:cubicBezTo>
                    <a:cubicBezTo>
                      <a:pt x="1762" y="201"/>
                      <a:pt x="1460" y="180"/>
                      <a:pt x="1193" y="85"/>
                    </a:cubicBezTo>
                    <a:cubicBezTo>
                      <a:pt x="1066" y="36"/>
                      <a:pt x="907" y="0"/>
                      <a:pt x="74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30" name="Google Shape;4630;p64"/>
              <p:cNvSpPr/>
              <p:nvPr/>
            </p:nvSpPr>
            <p:spPr>
              <a:xfrm>
                <a:off x="6244750" y="3463175"/>
                <a:ext cx="127900" cy="76650"/>
              </a:xfrm>
              <a:custGeom>
                <a:avLst/>
                <a:gdLst/>
                <a:ahLst/>
                <a:cxnLst/>
                <a:rect l="l" t="t" r="r" b="b"/>
                <a:pathLst>
                  <a:path w="5116" h="3066" extrusionOk="0">
                    <a:moveTo>
                      <a:pt x="4184" y="1"/>
                    </a:moveTo>
                    <a:cubicBezTo>
                      <a:pt x="4093" y="1"/>
                      <a:pt x="4000" y="13"/>
                      <a:pt x="3906" y="36"/>
                    </a:cubicBezTo>
                    <a:cubicBezTo>
                      <a:pt x="3232" y="209"/>
                      <a:pt x="2575" y="416"/>
                      <a:pt x="1918" y="641"/>
                    </a:cubicBezTo>
                    <a:lnTo>
                      <a:pt x="1936" y="641"/>
                    </a:lnTo>
                    <a:cubicBezTo>
                      <a:pt x="1659" y="848"/>
                      <a:pt x="1383" y="1038"/>
                      <a:pt x="1089" y="1194"/>
                    </a:cubicBezTo>
                    <a:cubicBezTo>
                      <a:pt x="432" y="1505"/>
                      <a:pt x="0" y="2093"/>
                      <a:pt x="311" y="2680"/>
                    </a:cubicBezTo>
                    <a:cubicBezTo>
                      <a:pt x="460" y="2964"/>
                      <a:pt x="650" y="3065"/>
                      <a:pt x="856" y="3065"/>
                    </a:cubicBezTo>
                    <a:cubicBezTo>
                      <a:pt x="1178" y="3065"/>
                      <a:pt x="1537" y="2818"/>
                      <a:pt x="1832" y="2628"/>
                    </a:cubicBezTo>
                    <a:cubicBezTo>
                      <a:pt x="2558" y="2093"/>
                      <a:pt x="3370" y="1695"/>
                      <a:pt x="4234" y="1436"/>
                    </a:cubicBezTo>
                    <a:cubicBezTo>
                      <a:pt x="4631" y="1332"/>
                      <a:pt x="5115" y="1108"/>
                      <a:pt x="4994" y="606"/>
                    </a:cubicBezTo>
                    <a:cubicBezTo>
                      <a:pt x="4883" y="203"/>
                      <a:pt x="4559" y="1"/>
                      <a:pt x="41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31" name="Google Shape;4631;p64"/>
              <p:cNvSpPr/>
              <p:nvPr/>
            </p:nvSpPr>
            <p:spPr>
              <a:xfrm>
                <a:off x="6286725" y="2464325"/>
                <a:ext cx="67775" cy="93850"/>
              </a:xfrm>
              <a:custGeom>
                <a:avLst/>
                <a:gdLst/>
                <a:ahLst/>
                <a:cxnLst/>
                <a:rect l="l" t="t" r="r" b="b"/>
                <a:pathLst>
                  <a:path w="2711" h="3754" extrusionOk="0">
                    <a:moveTo>
                      <a:pt x="1532" y="0"/>
                    </a:moveTo>
                    <a:cubicBezTo>
                      <a:pt x="1516" y="0"/>
                      <a:pt x="1500" y="0"/>
                      <a:pt x="1484" y="1"/>
                    </a:cubicBezTo>
                    <a:cubicBezTo>
                      <a:pt x="187" y="53"/>
                      <a:pt x="239" y="1332"/>
                      <a:pt x="101" y="2265"/>
                    </a:cubicBezTo>
                    <a:cubicBezTo>
                      <a:pt x="1" y="3066"/>
                      <a:pt x="465" y="3754"/>
                      <a:pt x="1243" y="3754"/>
                    </a:cubicBezTo>
                    <a:cubicBezTo>
                      <a:pt x="1271" y="3754"/>
                      <a:pt x="1299" y="3753"/>
                      <a:pt x="1328" y="3751"/>
                    </a:cubicBezTo>
                    <a:cubicBezTo>
                      <a:pt x="2711" y="3682"/>
                      <a:pt x="1967" y="2403"/>
                      <a:pt x="2313" y="1815"/>
                    </a:cubicBezTo>
                    <a:cubicBezTo>
                      <a:pt x="2228" y="1050"/>
                      <a:pt x="2528" y="0"/>
                      <a:pt x="153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32" name="Google Shape;4632;p64"/>
              <p:cNvSpPr/>
              <p:nvPr/>
            </p:nvSpPr>
            <p:spPr>
              <a:xfrm>
                <a:off x="6279300" y="2861375"/>
                <a:ext cx="75625" cy="97275"/>
              </a:xfrm>
              <a:custGeom>
                <a:avLst/>
                <a:gdLst/>
                <a:ahLst/>
                <a:cxnLst/>
                <a:rect l="l" t="t" r="r" b="b"/>
                <a:pathLst>
                  <a:path w="3025" h="3891" extrusionOk="0">
                    <a:moveTo>
                      <a:pt x="2403" y="1"/>
                    </a:moveTo>
                    <a:cubicBezTo>
                      <a:pt x="2178" y="1"/>
                      <a:pt x="1971" y="104"/>
                      <a:pt x="1850" y="277"/>
                    </a:cubicBezTo>
                    <a:cubicBezTo>
                      <a:pt x="1504" y="1193"/>
                      <a:pt x="882" y="1884"/>
                      <a:pt x="277" y="2610"/>
                    </a:cubicBezTo>
                    <a:cubicBezTo>
                      <a:pt x="35" y="2869"/>
                      <a:pt x="1" y="3284"/>
                      <a:pt x="208" y="3578"/>
                    </a:cubicBezTo>
                    <a:cubicBezTo>
                      <a:pt x="326" y="3766"/>
                      <a:pt x="507" y="3890"/>
                      <a:pt x="682" y="3890"/>
                    </a:cubicBezTo>
                    <a:cubicBezTo>
                      <a:pt x="764" y="3890"/>
                      <a:pt x="845" y="3863"/>
                      <a:pt x="916" y="3802"/>
                    </a:cubicBezTo>
                    <a:cubicBezTo>
                      <a:pt x="1815" y="3128"/>
                      <a:pt x="2731" y="2420"/>
                      <a:pt x="3025" y="1452"/>
                    </a:cubicBezTo>
                    <a:cubicBezTo>
                      <a:pt x="2973" y="744"/>
                      <a:pt x="2921" y="225"/>
                      <a:pt x="240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33" name="Google Shape;4633;p64"/>
              <p:cNvSpPr/>
              <p:nvPr/>
            </p:nvSpPr>
            <p:spPr>
              <a:xfrm>
                <a:off x="4145025" y="994975"/>
                <a:ext cx="111500" cy="47325"/>
              </a:xfrm>
              <a:custGeom>
                <a:avLst/>
                <a:gdLst/>
                <a:ahLst/>
                <a:cxnLst/>
                <a:rect l="l" t="t" r="r" b="b"/>
                <a:pathLst>
                  <a:path w="4460" h="1893" extrusionOk="0">
                    <a:moveTo>
                      <a:pt x="1539" y="105"/>
                    </a:moveTo>
                    <a:cubicBezTo>
                      <a:pt x="969" y="243"/>
                      <a:pt x="139" y="1"/>
                      <a:pt x="70" y="744"/>
                    </a:cubicBezTo>
                    <a:cubicBezTo>
                      <a:pt x="1" y="1418"/>
                      <a:pt x="813" y="1418"/>
                      <a:pt x="1332" y="1556"/>
                    </a:cubicBezTo>
                    <a:cubicBezTo>
                      <a:pt x="1764" y="1677"/>
                      <a:pt x="2213" y="1764"/>
                      <a:pt x="2645" y="1815"/>
                    </a:cubicBezTo>
                    <a:cubicBezTo>
                      <a:pt x="2898" y="1847"/>
                      <a:pt x="3179" y="1893"/>
                      <a:pt x="3440" y="1893"/>
                    </a:cubicBezTo>
                    <a:cubicBezTo>
                      <a:pt x="3890" y="1893"/>
                      <a:pt x="4279" y="1756"/>
                      <a:pt x="4356" y="1176"/>
                    </a:cubicBezTo>
                    <a:cubicBezTo>
                      <a:pt x="4459" y="346"/>
                      <a:pt x="3561" y="416"/>
                      <a:pt x="2956" y="329"/>
                    </a:cubicBezTo>
                    <a:lnTo>
                      <a:pt x="1539" y="105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34" name="Google Shape;4634;p64"/>
              <p:cNvSpPr/>
              <p:nvPr/>
            </p:nvSpPr>
            <p:spPr>
              <a:xfrm>
                <a:off x="7213625" y="3803350"/>
                <a:ext cx="74075" cy="80050"/>
              </a:xfrm>
              <a:custGeom>
                <a:avLst/>
                <a:gdLst/>
                <a:ahLst/>
                <a:cxnLst/>
                <a:rect l="l" t="t" r="r" b="b"/>
                <a:pathLst>
                  <a:path w="2963" h="3202" extrusionOk="0">
                    <a:moveTo>
                      <a:pt x="573" y="1"/>
                    </a:moveTo>
                    <a:cubicBezTo>
                      <a:pt x="233" y="1"/>
                      <a:pt x="0" y="333"/>
                      <a:pt x="59" y="704"/>
                    </a:cubicBezTo>
                    <a:cubicBezTo>
                      <a:pt x="284" y="1965"/>
                      <a:pt x="1096" y="2777"/>
                      <a:pt x="2289" y="3175"/>
                    </a:cubicBezTo>
                    <a:cubicBezTo>
                      <a:pt x="2343" y="3193"/>
                      <a:pt x="2395" y="3202"/>
                      <a:pt x="2445" y="3202"/>
                    </a:cubicBezTo>
                    <a:cubicBezTo>
                      <a:pt x="2729" y="3202"/>
                      <a:pt x="2933" y="2914"/>
                      <a:pt x="2963" y="2414"/>
                    </a:cubicBezTo>
                    <a:cubicBezTo>
                      <a:pt x="2341" y="1619"/>
                      <a:pt x="1960" y="427"/>
                      <a:pt x="751" y="30"/>
                    </a:cubicBezTo>
                    <a:cubicBezTo>
                      <a:pt x="689" y="10"/>
                      <a:pt x="630" y="1"/>
                      <a:pt x="5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35" name="Google Shape;4635;p64"/>
              <p:cNvSpPr/>
              <p:nvPr/>
            </p:nvSpPr>
            <p:spPr>
              <a:xfrm>
                <a:off x="6542025" y="3118350"/>
                <a:ext cx="66075" cy="79800"/>
              </a:xfrm>
              <a:custGeom>
                <a:avLst/>
                <a:gdLst/>
                <a:ahLst/>
                <a:cxnLst/>
                <a:rect l="l" t="t" r="r" b="b"/>
                <a:pathLst>
                  <a:path w="2643" h="3192" extrusionOk="0">
                    <a:moveTo>
                      <a:pt x="1295" y="1"/>
                    </a:moveTo>
                    <a:cubicBezTo>
                      <a:pt x="1273" y="1"/>
                      <a:pt x="1250" y="2"/>
                      <a:pt x="1226" y="4"/>
                    </a:cubicBezTo>
                    <a:cubicBezTo>
                      <a:pt x="275" y="108"/>
                      <a:pt x="51" y="954"/>
                      <a:pt x="33" y="1732"/>
                    </a:cubicBezTo>
                    <a:cubicBezTo>
                      <a:pt x="1" y="2354"/>
                      <a:pt x="200" y="3192"/>
                      <a:pt x="910" y="3192"/>
                    </a:cubicBezTo>
                    <a:cubicBezTo>
                      <a:pt x="950" y="3192"/>
                      <a:pt x="992" y="3189"/>
                      <a:pt x="1036" y="3184"/>
                    </a:cubicBezTo>
                    <a:cubicBezTo>
                      <a:pt x="2643" y="2959"/>
                      <a:pt x="1640" y="1767"/>
                      <a:pt x="1640" y="1110"/>
                    </a:cubicBezTo>
                    <a:cubicBezTo>
                      <a:pt x="1740" y="547"/>
                      <a:pt x="1792" y="1"/>
                      <a:pt x="129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36" name="Google Shape;4636;p64"/>
              <p:cNvSpPr/>
              <p:nvPr/>
            </p:nvSpPr>
            <p:spPr>
              <a:xfrm>
                <a:off x="4278100" y="987200"/>
                <a:ext cx="87225" cy="50150"/>
              </a:xfrm>
              <a:custGeom>
                <a:avLst/>
                <a:gdLst/>
                <a:ahLst/>
                <a:cxnLst/>
                <a:rect l="l" t="t" r="r" b="b"/>
                <a:pathLst>
                  <a:path w="3489" h="2006" extrusionOk="0">
                    <a:moveTo>
                      <a:pt x="2519" y="46"/>
                    </a:moveTo>
                    <a:cubicBezTo>
                      <a:pt x="2407" y="46"/>
                      <a:pt x="2296" y="60"/>
                      <a:pt x="2195" y="87"/>
                    </a:cubicBezTo>
                    <a:cubicBezTo>
                      <a:pt x="1435" y="312"/>
                      <a:pt x="191" y="1"/>
                      <a:pt x="87" y="1107"/>
                    </a:cubicBezTo>
                    <a:cubicBezTo>
                      <a:pt x="1" y="1798"/>
                      <a:pt x="986" y="1746"/>
                      <a:pt x="1642" y="1781"/>
                    </a:cubicBezTo>
                    <a:cubicBezTo>
                      <a:pt x="2299" y="1556"/>
                      <a:pt x="3422" y="2005"/>
                      <a:pt x="3474" y="813"/>
                    </a:cubicBezTo>
                    <a:cubicBezTo>
                      <a:pt x="3488" y="284"/>
                      <a:pt x="2986" y="46"/>
                      <a:pt x="2519" y="46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37" name="Google Shape;4637;p64"/>
              <p:cNvSpPr/>
              <p:nvPr/>
            </p:nvSpPr>
            <p:spPr>
              <a:xfrm>
                <a:off x="6595650" y="1204100"/>
                <a:ext cx="81075" cy="41800"/>
              </a:xfrm>
              <a:custGeom>
                <a:avLst/>
                <a:gdLst/>
                <a:ahLst/>
                <a:cxnLst/>
                <a:rect l="l" t="t" r="r" b="b"/>
                <a:pathLst>
                  <a:path w="3243" h="1672" extrusionOk="0">
                    <a:moveTo>
                      <a:pt x="1466" y="121"/>
                    </a:moveTo>
                    <a:cubicBezTo>
                      <a:pt x="1366" y="163"/>
                      <a:pt x="1241" y="173"/>
                      <a:pt x="1106" y="173"/>
                    </a:cubicBezTo>
                    <a:cubicBezTo>
                      <a:pt x="987" y="173"/>
                      <a:pt x="861" y="165"/>
                      <a:pt x="738" y="165"/>
                    </a:cubicBezTo>
                    <a:cubicBezTo>
                      <a:pt x="371" y="165"/>
                      <a:pt x="34" y="234"/>
                      <a:pt x="14" y="778"/>
                    </a:cubicBezTo>
                    <a:cubicBezTo>
                      <a:pt x="0" y="1593"/>
                      <a:pt x="628" y="1660"/>
                      <a:pt x="1232" y="1660"/>
                    </a:cubicBezTo>
                    <a:cubicBezTo>
                      <a:pt x="1352" y="1660"/>
                      <a:pt x="1472" y="1658"/>
                      <a:pt x="1585" y="1658"/>
                    </a:cubicBezTo>
                    <a:cubicBezTo>
                      <a:pt x="1627" y="1658"/>
                      <a:pt x="1668" y="1658"/>
                      <a:pt x="1708" y="1659"/>
                    </a:cubicBezTo>
                    <a:cubicBezTo>
                      <a:pt x="1826" y="1666"/>
                      <a:pt x="1954" y="1672"/>
                      <a:pt x="2085" y="1672"/>
                    </a:cubicBezTo>
                    <a:cubicBezTo>
                      <a:pt x="2644" y="1672"/>
                      <a:pt x="3242" y="1563"/>
                      <a:pt x="3228" y="933"/>
                    </a:cubicBezTo>
                    <a:cubicBezTo>
                      <a:pt x="3194" y="0"/>
                      <a:pt x="2209" y="207"/>
                      <a:pt x="1466" y="12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38" name="Google Shape;4638;p64"/>
              <p:cNvSpPr/>
              <p:nvPr/>
            </p:nvSpPr>
            <p:spPr>
              <a:xfrm>
                <a:off x="5040350" y="1034625"/>
                <a:ext cx="81550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3262" h="1879" extrusionOk="0">
                    <a:moveTo>
                      <a:pt x="1625" y="1"/>
                    </a:moveTo>
                    <a:cubicBezTo>
                      <a:pt x="803" y="1"/>
                      <a:pt x="279" y="461"/>
                      <a:pt x="99" y="1249"/>
                    </a:cubicBezTo>
                    <a:cubicBezTo>
                      <a:pt x="0" y="1616"/>
                      <a:pt x="339" y="1879"/>
                      <a:pt x="645" y="1879"/>
                    </a:cubicBezTo>
                    <a:cubicBezTo>
                      <a:pt x="714" y="1879"/>
                      <a:pt x="781" y="1865"/>
                      <a:pt x="842" y="1837"/>
                    </a:cubicBezTo>
                    <a:cubicBezTo>
                      <a:pt x="1620" y="1474"/>
                      <a:pt x="2829" y="1750"/>
                      <a:pt x="3106" y="800"/>
                    </a:cubicBezTo>
                    <a:cubicBezTo>
                      <a:pt x="3261" y="229"/>
                      <a:pt x="2363" y="22"/>
                      <a:pt x="1758" y="5"/>
                    </a:cubicBezTo>
                    <a:cubicBezTo>
                      <a:pt x="1713" y="2"/>
                      <a:pt x="1668" y="1"/>
                      <a:pt x="162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39" name="Google Shape;4639;p64"/>
              <p:cNvSpPr/>
              <p:nvPr/>
            </p:nvSpPr>
            <p:spPr>
              <a:xfrm>
                <a:off x="6380950" y="3302475"/>
                <a:ext cx="77800" cy="40225"/>
              </a:xfrm>
              <a:custGeom>
                <a:avLst/>
                <a:gdLst/>
                <a:ahLst/>
                <a:cxnLst/>
                <a:rect l="l" t="t" r="r" b="b"/>
                <a:pathLst>
                  <a:path w="3112" h="1609" extrusionOk="0">
                    <a:moveTo>
                      <a:pt x="843" y="80"/>
                    </a:moveTo>
                    <a:cubicBezTo>
                      <a:pt x="352" y="80"/>
                      <a:pt x="1" y="466"/>
                      <a:pt x="65" y="882"/>
                    </a:cubicBezTo>
                    <a:cubicBezTo>
                      <a:pt x="161" y="1545"/>
                      <a:pt x="602" y="1578"/>
                      <a:pt x="1054" y="1578"/>
                    </a:cubicBezTo>
                    <a:cubicBezTo>
                      <a:pt x="1103" y="1578"/>
                      <a:pt x="1152" y="1577"/>
                      <a:pt x="1201" y="1577"/>
                    </a:cubicBezTo>
                    <a:cubicBezTo>
                      <a:pt x="1347" y="1577"/>
                      <a:pt x="1491" y="1581"/>
                      <a:pt x="1620" y="1608"/>
                    </a:cubicBezTo>
                    <a:cubicBezTo>
                      <a:pt x="1746" y="1549"/>
                      <a:pt x="1903" y="1535"/>
                      <a:pt x="2065" y="1535"/>
                    </a:cubicBezTo>
                    <a:cubicBezTo>
                      <a:pt x="2212" y="1535"/>
                      <a:pt x="2363" y="1547"/>
                      <a:pt x="2502" y="1547"/>
                    </a:cubicBezTo>
                    <a:cubicBezTo>
                      <a:pt x="2845" y="1547"/>
                      <a:pt x="3112" y="1478"/>
                      <a:pt x="3037" y="1003"/>
                    </a:cubicBezTo>
                    <a:cubicBezTo>
                      <a:pt x="2882" y="1"/>
                      <a:pt x="1741" y="191"/>
                      <a:pt x="963" y="87"/>
                    </a:cubicBezTo>
                    <a:cubicBezTo>
                      <a:pt x="923" y="82"/>
                      <a:pt x="882" y="80"/>
                      <a:pt x="843" y="8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40" name="Google Shape;4640;p64"/>
              <p:cNvSpPr/>
              <p:nvPr/>
            </p:nvSpPr>
            <p:spPr>
              <a:xfrm>
                <a:off x="4384825" y="996700"/>
                <a:ext cx="62025" cy="39775"/>
              </a:xfrm>
              <a:custGeom>
                <a:avLst/>
                <a:gdLst/>
                <a:ahLst/>
                <a:cxnLst/>
                <a:rect l="l" t="t" r="r" b="b"/>
                <a:pathLst>
                  <a:path w="2481" h="1591" extrusionOk="0">
                    <a:moveTo>
                      <a:pt x="1811" y="155"/>
                    </a:moveTo>
                    <a:cubicBezTo>
                      <a:pt x="1713" y="155"/>
                      <a:pt x="1613" y="168"/>
                      <a:pt x="1521" y="191"/>
                    </a:cubicBezTo>
                    <a:cubicBezTo>
                      <a:pt x="985" y="312"/>
                      <a:pt x="121" y="1"/>
                      <a:pt x="52" y="917"/>
                    </a:cubicBezTo>
                    <a:cubicBezTo>
                      <a:pt x="0" y="1487"/>
                      <a:pt x="536" y="1574"/>
                      <a:pt x="1054" y="1591"/>
                    </a:cubicBezTo>
                    <a:cubicBezTo>
                      <a:pt x="1573" y="1418"/>
                      <a:pt x="2385" y="1556"/>
                      <a:pt x="2454" y="727"/>
                    </a:cubicBezTo>
                    <a:cubicBezTo>
                      <a:pt x="2481" y="311"/>
                      <a:pt x="2153" y="155"/>
                      <a:pt x="1811" y="155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41" name="Google Shape;4641;p64"/>
              <p:cNvSpPr/>
              <p:nvPr/>
            </p:nvSpPr>
            <p:spPr>
              <a:xfrm>
                <a:off x="2100625" y="1004500"/>
                <a:ext cx="520200" cy="95050"/>
              </a:xfrm>
              <a:custGeom>
                <a:avLst/>
                <a:gdLst/>
                <a:ahLst/>
                <a:cxnLst/>
                <a:rect l="l" t="t" r="r" b="b"/>
                <a:pathLst>
                  <a:path w="20808" h="3802" extrusionOk="0">
                    <a:moveTo>
                      <a:pt x="20756" y="0"/>
                    </a:moveTo>
                    <a:lnTo>
                      <a:pt x="20738" y="17"/>
                    </a:lnTo>
                    <a:lnTo>
                      <a:pt x="20773" y="17"/>
                    </a:lnTo>
                    <a:lnTo>
                      <a:pt x="20808" y="0"/>
                    </a:lnTo>
                    <a:close/>
                    <a:moveTo>
                      <a:pt x="1" y="3785"/>
                    </a:moveTo>
                    <a:lnTo>
                      <a:pt x="1" y="3802"/>
                    </a:lnTo>
                    <a:lnTo>
                      <a:pt x="18" y="3802"/>
                    </a:lnTo>
                    <a:lnTo>
                      <a:pt x="18" y="3785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42" name="Google Shape;4642;p64"/>
              <p:cNvSpPr/>
              <p:nvPr/>
            </p:nvSpPr>
            <p:spPr>
              <a:xfrm>
                <a:off x="233350" y="949250"/>
                <a:ext cx="3232550" cy="3802300"/>
              </a:xfrm>
              <a:custGeom>
                <a:avLst/>
                <a:gdLst/>
                <a:ahLst/>
                <a:cxnLst/>
                <a:rect l="l" t="t" r="r" b="b"/>
                <a:pathLst>
                  <a:path w="129302" h="152092" extrusionOk="0">
                    <a:moveTo>
                      <a:pt x="97270" y="1644"/>
                    </a:moveTo>
                    <a:cubicBezTo>
                      <a:pt x="97347" y="1644"/>
                      <a:pt x="97424" y="1648"/>
                      <a:pt x="97503" y="1657"/>
                    </a:cubicBezTo>
                    <a:cubicBezTo>
                      <a:pt x="97555" y="1674"/>
                      <a:pt x="97607" y="1692"/>
                      <a:pt x="97642" y="1709"/>
                    </a:cubicBezTo>
                    <a:lnTo>
                      <a:pt x="95601" y="2170"/>
                    </a:lnTo>
                    <a:lnTo>
                      <a:pt x="95601" y="2170"/>
                    </a:lnTo>
                    <a:cubicBezTo>
                      <a:pt x="96129" y="1917"/>
                      <a:pt x="96661" y="1644"/>
                      <a:pt x="97270" y="1644"/>
                    </a:cubicBezTo>
                    <a:close/>
                    <a:moveTo>
                      <a:pt x="95473" y="2210"/>
                    </a:moveTo>
                    <a:lnTo>
                      <a:pt x="95447" y="2227"/>
                    </a:lnTo>
                    <a:lnTo>
                      <a:pt x="95429" y="2227"/>
                    </a:lnTo>
                    <a:lnTo>
                      <a:pt x="95464" y="2210"/>
                    </a:lnTo>
                    <a:close/>
                    <a:moveTo>
                      <a:pt x="68358" y="8951"/>
                    </a:moveTo>
                    <a:cubicBezTo>
                      <a:pt x="68553" y="8951"/>
                      <a:pt x="68761" y="9049"/>
                      <a:pt x="68989" y="9313"/>
                    </a:cubicBezTo>
                    <a:cubicBezTo>
                      <a:pt x="69208" y="9280"/>
                      <a:pt x="69420" y="9268"/>
                      <a:pt x="69634" y="9268"/>
                    </a:cubicBezTo>
                    <a:cubicBezTo>
                      <a:pt x="69758" y="9268"/>
                      <a:pt x="69882" y="9272"/>
                      <a:pt x="70008" y="9278"/>
                    </a:cubicBezTo>
                    <a:cubicBezTo>
                      <a:pt x="70061" y="9286"/>
                      <a:pt x="70117" y="9289"/>
                      <a:pt x="70177" y="9289"/>
                    </a:cubicBezTo>
                    <a:cubicBezTo>
                      <a:pt x="70522" y="9289"/>
                      <a:pt x="70965" y="9176"/>
                      <a:pt x="71318" y="9176"/>
                    </a:cubicBezTo>
                    <a:cubicBezTo>
                      <a:pt x="71841" y="9176"/>
                      <a:pt x="72167" y="9425"/>
                      <a:pt x="71685" y="10661"/>
                    </a:cubicBezTo>
                    <a:cubicBezTo>
                      <a:pt x="71581" y="10937"/>
                      <a:pt x="71823" y="11265"/>
                      <a:pt x="72151" y="11386"/>
                    </a:cubicBezTo>
                    <a:cubicBezTo>
                      <a:pt x="72428" y="11438"/>
                      <a:pt x="72722" y="11490"/>
                      <a:pt x="72998" y="11507"/>
                    </a:cubicBezTo>
                    <a:cubicBezTo>
                      <a:pt x="72652" y="11922"/>
                      <a:pt x="72359" y="12406"/>
                      <a:pt x="71927" y="12717"/>
                    </a:cubicBezTo>
                    <a:cubicBezTo>
                      <a:pt x="71831" y="12786"/>
                      <a:pt x="71741" y="12813"/>
                      <a:pt x="71654" y="12813"/>
                    </a:cubicBezTo>
                    <a:cubicBezTo>
                      <a:pt x="71349" y="12813"/>
                      <a:pt x="71090" y="12473"/>
                      <a:pt x="70821" y="12406"/>
                    </a:cubicBezTo>
                    <a:cubicBezTo>
                      <a:pt x="69127" y="11939"/>
                      <a:pt x="69334" y="10488"/>
                      <a:pt x="68989" y="9313"/>
                    </a:cubicBezTo>
                    <a:lnTo>
                      <a:pt x="67330" y="9520"/>
                    </a:lnTo>
                    <a:cubicBezTo>
                      <a:pt x="67668" y="9295"/>
                      <a:pt x="67992" y="8951"/>
                      <a:pt x="68358" y="8951"/>
                    </a:cubicBezTo>
                    <a:close/>
                    <a:moveTo>
                      <a:pt x="51546" y="12467"/>
                    </a:moveTo>
                    <a:cubicBezTo>
                      <a:pt x="51593" y="12467"/>
                      <a:pt x="51647" y="12470"/>
                      <a:pt x="51707" y="12475"/>
                    </a:cubicBezTo>
                    <a:cubicBezTo>
                      <a:pt x="51897" y="12648"/>
                      <a:pt x="52157" y="12890"/>
                      <a:pt x="52433" y="13115"/>
                    </a:cubicBezTo>
                    <a:cubicBezTo>
                      <a:pt x="52260" y="13270"/>
                      <a:pt x="52053" y="13374"/>
                      <a:pt x="51845" y="13460"/>
                    </a:cubicBezTo>
                    <a:cubicBezTo>
                      <a:pt x="51802" y="13467"/>
                      <a:pt x="51764" y="13470"/>
                      <a:pt x="51729" y="13470"/>
                    </a:cubicBezTo>
                    <a:cubicBezTo>
                      <a:pt x="51300" y="13470"/>
                      <a:pt x="51439" y="13007"/>
                      <a:pt x="51327" y="12752"/>
                    </a:cubicBezTo>
                    <a:cubicBezTo>
                      <a:pt x="51225" y="12548"/>
                      <a:pt x="51295" y="12467"/>
                      <a:pt x="51546" y="12467"/>
                    </a:cubicBezTo>
                    <a:close/>
                    <a:moveTo>
                      <a:pt x="55481" y="12549"/>
                    </a:moveTo>
                    <a:cubicBezTo>
                      <a:pt x="55526" y="12549"/>
                      <a:pt x="55570" y="12553"/>
                      <a:pt x="55613" y="12562"/>
                    </a:cubicBezTo>
                    <a:lnTo>
                      <a:pt x="54576" y="13789"/>
                    </a:lnTo>
                    <a:lnTo>
                      <a:pt x="53954" y="13184"/>
                    </a:lnTo>
                    <a:cubicBezTo>
                      <a:pt x="54420" y="12976"/>
                      <a:pt x="54870" y="12752"/>
                      <a:pt x="55336" y="12562"/>
                    </a:cubicBezTo>
                    <a:cubicBezTo>
                      <a:pt x="55388" y="12553"/>
                      <a:pt x="55436" y="12549"/>
                      <a:pt x="55481" y="12549"/>
                    </a:cubicBezTo>
                    <a:close/>
                    <a:moveTo>
                      <a:pt x="116966" y="0"/>
                    </a:moveTo>
                    <a:cubicBezTo>
                      <a:pt x="112339" y="0"/>
                      <a:pt x="107712" y="747"/>
                      <a:pt x="103085" y="1035"/>
                    </a:cubicBezTo>
                    <a:cubicBezTo>
                      <a:pt x="101910" y="1104"/>
                      <a:pt x="100735" y="983"/>
                      <a:pt x="99542" y="1260"/>
                    </a:cubicBezTo>
                    <a:cubicBezTo>
                      <a:pt x="99533" y="1262"/>
                      <a:pt x="99523" y="1263"/>
                      <a:pt x="99512" y="1263"/>
                    </a:cubicBezTo>
                    <a:cubicBezTo>
                      <a:pt x="99194" y="1263"/>
                      <a:pt x="98389" y="307"/>
                      <a:pt x="97503" y="240"/>
                    </a:cubicBezTo>
                    <a:cubicBezTo>
                      <a:pt x="96554" y="172"/>
                      <a:pt x="95607" y="143"/>
                      <a:pt x="94661" y="143"/>
                    </a:cubicBezTo>
                    <a:cubicBezTo>
                      <a:pt x="91541" y="143"/>
                      <a:pt x="88432" y="459"/>
                      <a:pt x="85303" y="724"/>
                    </a:cubicBezTo>
                    <a:cubicBezTo>
                      <a:pt x="83379" y="875"/>
                      <a:pt x="81549" y="1637"/>
                      <a:pt x="79578" y="1637"/>
                    </a:cubicBezTo>
                    <a:cubicBezTo>
                      <a:pt x="79300" y="1637"/>
                      <a:pt x="79020" y="1622"/>
                      <a:pt x="78736" y="1588"/>
                    </a:cubicBezTo>
                    <a:cubicBezTo>
                      <a:pt x="78573" y="1568"/>
                      <a:pt x="78403" y="1557"/>
                      <a:pt x="78229" y="1557"/>
                    </a:cubicBezTo>
                    <a:cubicBezTo>
                      <a:pt x="77349" y="1557"/>
                      <a:pt x="76386" y="1840"/>
                      <a:pt x="75953" y="2677"/>
                    </a:cubicBezTo>
                    <a:cubicBezTo>
                      <a:pt x="75538" y="3489"/>
                      <a:pt x="76333" y="4163"/>
                      <a:pt x="76956" y="4750"/>
                    </a:cubicBezTo>
                    <a:cubicBezTo>
                      <a:pt x="77215" y="4992"/>
                      <a:pt x="77232" y="5511"/>
                      <a:pt x="77370" y="5891"/>
                    </a:cubicBezTo>
                    <a:cubicBezTo>
                      <a:pt x="77348" y="5890"/>
                      <a:pt x="77325" y="5889"/>
                      <a:pt x="77301" y="5889"/>
                    </a:cubicBezTo>
                    <a:cubicBezTo>
                      <a:pt x="77154" y="5889"/>
                      <a:pt x="76988" y="5912"/>
                      <a:pt x="76844" y="5912"/>
                    </a:cubicBezTo>
                    <a:cubicBezTo>
                      <a:pt x="76726" y="5912"/>
                      <a:pt x="76623" y="5896"/>
                      <a:pt x="76558" y="5839"/>
                    </a:cubicBezTo>
                    <a:cubicBezTo>
                      <a:pt x="76285" y="5586"/>
                      <a:pt x="76034" y="5489"/>
                      <a:pt x="75796" y="5489"/>
                    </a:cubicBezTo>
                    <a:cubicBezTo>
                      <a:pt x="75417" y="5489"/>
                      <a:pt x="75070" y="5733"/>
                      <a:pt x="74709" y="5977"/>
                    </a:cubicBezTo>
                    <a:lnTo>
                      <a:pt x="74709" y="5995"/>
                    </a:lnTo>
                    <a:lnTo>
                      <a:pt x="74692" y="5995"/>
                    </a:lnTo>
                    <a:cubicBezTo>
                      <a:pt x="74415" y="6358"/>
                      <a:pt x="73707" y="6479"/>
                      <a:pt x="73897" y="7066"/>
                    </a:cubicBezTo>
                    <a:cubicBezTo>
                      <a:pt x="74104" y="7654"/>
                      <a:pt x="74761" y="7671"/>
                      <a:pt x="75331" y="7723"/>
                    </a:cubicBezTo>
                    <a:lnTo>
                      <a:pt x="75625" y="7723"/>
                    </a:lnTo>
                    <a:lnTo>
                      <a:pt x="77146" y="7982"/>
                    </a:lnTo>
                    <a:cubicBezTo>
                      <a:pt x="76904" y="8068"/>
                      <a:pt x="76662" y="8120"/>
                      <a:pt x="76403" y="8120"/>
                    </a:cubicBezTo>
                    <a:cubicBezTo>
                      <a:pt x="76178" y="8103"/>
                      <a:pt x="75970" y="7930"/>
                      <a:pt x="75729" y="7861"/>
                    </a:cubicBezTo>
                    <a:cubicBezTo>
                      <a:pt x="75594" y="7823"/>
                      <a:pt x="75464" y="7807"/>
                      <a:pt x="75337" y="7807"/>
                    </a:cubicBezTo>
                    <a:cubicBezTo>
                      <a:pt x="74777" y="7807"/>
                      <a:pt x="74273" y="8116"/>
                      <a:pt x="73724" y="8172"/>
                    </a:cubicBezTo>
                    <a:cubicBezTo>
                      <a:pt x="73717" y="8173"/>
                      <a:pt x="73710" y="8174"/>
                      <a:pt x="73702" y="8174"/>
                    </a:cubicBezTo>
                    <a:cubicBezTo>
                      <a:pt x="73450" y="8174"/>
                      <a:pt x="72913" y="7613"/>
                      <a:pt x="72946" y="7394"/>
                    </a:cubicBezTo>
                    <a:cubicBezTo>
                      <a:pt x="73102" y="6479"/>
                      <a:pt x="73810" y="6098"/>
                      <a:pt x="74674" y="5995"/>
                    </a:cubicBezTo>
                    <a:lnTo>
                      <a:pt x="74674" y="5977"/>
                    </a:lnTo>
                    <a:cubicBezTo>
                      <a:pt x="74726" y="5545"/>
                      <a:pt x="74830" y="5113"/>
                      <a:pt x="74951" y="4681"/>
                    </a:cubicBezTo>
                    <a:cubicBezTo>
                      <a:pt x="75072" y="4370"/>
                      <a:pt x="75435" y="4076"/>
                      <a:pt x="75124" y="3748"/>
                    </a:cubicBezTo>
                    <a:cubicBezTo>
                      <a:pt x="74832" y="3467"/>
                      <a:pt x="74483" y="3396"/>
                      <a:pt x="74119" y="3396"/>
                    </a:cubicBezTo>
                    <a:cubicBezTo>
                      <a:pt x="73856" y="3396"/>
                      <a:pt x="73587" y="3433"/>
                      <a:pt x="73326" y="3454"/>
                    </a:cubicBezTo>
                    <a:cubicBezTo>
                      <a:pt x="72946" y="3506"/>
                      <a:pt x="72756" y="3748"/>
                      <a:pt x="72704" y="4180"/>
                    </a:cubicBezTo>
                    <a:cubicBezTo>
                      <a:pt x="72601" y="5252"/>
                      <a:pt x="72134" y="6098"/>
                      <a:pt x="70959" y="6340"/>
                    </a:cubicBezTo>
                    <a:cubicBezTo>
                      <a:pt x="70855" y="6427"/>
                      <a:pt x="70769" y="6513"/>
                      <a:pt x="70665" y="6617"/>
                    </a:cubicBezTo>
                    <a:cubicBezTo>
                      <a:pt x="70786" y="6859"/>
                      <a:pt x="70924" y="7083"/>
                      <a:pt x="71097" y="7291"/>
                    </a:cubicBezTo>
                    <a:cubicBezTo>
                      <a:pt x="71304" y="7412"/>
                      <a:pt x="71546" y="7515"/>
                      <a:pt x="71788" y="7567"/>
                    </a:cubicBezTo>
                    <a:cubicBezTo>
                      <a:pt x="71650" y="7550"/>
                      <a:pt x="71512" y="7541"/>
                      <a:pt x="71374" y="7541"/>
                    </a:cubicBezTo>
                    <a:cubicBezTo>
                      <a:pt x="71235" y="7541"/>
                      <a:pt x="71097" y="7550"/>
                      <a:pt x="70959" y="7567"/>
                    </a:cubicBezTo>
                    <a:cubicBezTo>
                      <a:pt x="70569" y="7671"/>
                      <a:pt x="70173" y="7708"/>
                      <a:pt x="69775" y="7708"/>
                    </a:cubicBezTo>
                    <a:cubicBezTo>
                      <a:pt x="68812" y="7708"/>
                      <a:pt x="67832" y="7494"/>
                      <a:pt x="66868" y="7494"/>
                    </a:cubicBezTo>
                    <a:cubicBezTo>
                      <a:pt x="66108" y="7494"/>
                      <a:pt x="65357" y="7627"/>
                      <a:pt x="64634" y="8103"/>
                    </a:cubicBezTo>
                    <a:cubicBezTo>
                      <a:pt x="64271" y="8345"/>
                      <a:pt x="63580" y="8379"/>
                      <a:pt x="63666" y="8863"/>
                    </a:cubicBezTo>
                    <a:cubicBezTo>
                      <a:pt x="63752" y="9382"/>
                      <a:pt x="64167" y="9900"/>
                      <a:pt x="64547" y="10315"/>
                    </a:cubicBezTo>
                    <a:cubicBezTo>
                      <a:pt x="64666" y="10447"/>
                      <a:pt x="64798" y="10498"/>
                      <a:pt x="64939" y="10498"/>
                    </a:cubicBezTo>
                    <a:cubicBezTo>
                      <a:pt x="65148" y="10498"/>
                      <a:pt x="65375" y="10387"/>
                      <a:pt x="65602" y="10263"/>
                    </a:cubicBezTo>
                    <a:cubicBezTo>
                      <a:pt x="66124" y="9977"/>
                      <a:pt x="66711" y="9789"/>
                      <a:pt x="67269" y="9556"/>
                    </a:cubicBezTo>
                    <a:lnTo>
                      <a:pt x="67269" y="9556"/>
                    </a:lnTo>
                    <a:cubicBezTo>
                      <a:pt x="66173" y="11022"/>
                      <a:pt x="64072" y="10911"/>
                      <a:pt x="62975" y="11974"/>
                    </a:cubicBezTo>
                    <a:cubicBezTo>
                      <a:pt x="62086" y="12850"/>
                      <a:pt x="61268" y="13162"/>
                      <a:pt x="60357" y="13162"/>
                    </a:cubicBezTo>
                    <a:cubicBezTo>
                      <a:pt x="59993" y="13162"/>
                      <a:pt x="59613" y="13112"/>
                      <a:pt x="59207" y="13028"/>
                    </a:cubicBezTo>
                    <a:cubicBezTo>
                      <a:pt x="58430" y="12873"/>
                      <a:pt x="57687" y="12510"/>
                      <a:pt x="56926" y="12233"/>
                    </a:cubicBezTo>
                    <a:cubicBezTo>
                      <a:pt x="57173" y="12050"/>
                      <a:pt x="57402" y="11981"/>
                      <a:pt x="57619" y="11981"/>
                    </a:cubicBezTo>
                    <a:cubicBezTo>
                      <a:pt x="58162" y="11981"/>
                      <a:pt x="58632" y="12416"/>
                      <a:pt x="59138" y="12613"/>
                    </a:cubicBezTo>
                    <a:cubicBezTo>
                      <a:pt x="59332" y="12687"/>
                      <a:pt x="59512" y="12718"/>
                      <a:pt x="59680" y="12718"/>
                    </a:cubicBezTo>
                    <a:cubicBezTo>
                      <a:pt x="60502" y="12718"/>
                      <a:pt x="61062" y="11967"/>
                      <a:pt x="61765" y="11680"/>
                    </a:cubicBezTo>
                    <a:cubicBezTo>
                      <a:pt x="62404" y="11421"/>
                      <a:pt x="61903" y="10851"/>
                      <a:pt x="61661" y="10384"/>
                    </a:cubicBezTo>
                    <a:cubicBezTo>
                      <a:pt x="61454" y="9987"/>
                      <a:pt x="61921" y="9745"/>
                      <a:pt x="62249" y="9537"/>
                    </a:cubicBezTo>
                    <a:cubicBezTo>
                      <a:pt x="62664" y="9295"/>
                      <a:pt x="63441" y="9226"/>
                      <a:pt x="63182" y="8518"/>
                    </a:cubicBezTo>
                    <a:cubicBezTo>
                      <a:pt x="63018" y="8098"/>
                      <a:pt x="62703" y="8030"/>
                      <a:pt x="62354" y="8030"/>
                    </a:cubicBezTo>
                    <a:cubicBezTo>
                      <a:pt x="62187" y="8030"/>
                      <a:pt x="62013" y="8045"/>
                      <a:pt x="61845" y="8045"/>
                    </a:cubicBezTo>
                    <a:cubicBezTo>
                      <a:pt x="61771" y="8045"/>
                      <a:pt x="61698" y="8042"/>
                      <a:pt x="61627" y="8034"/>
                    </a:cubicBezTo>
                    <a:cubicBezTo>
                      <a:pt x="61564" y="8027"/>
                      <a:pt x="61502" y="8024"/>
                      <a:pt x="61440" y="8024"/>
                    </a:cubicBezTo>
                    <a:cubicBezTo>
                      <a:pt x="60620" y="8024"/>
                      <a:pt x="59973" y="8583"/>
                      <a:pt x="59080" y="8583"/>
                    </a:cubicBezTo>
                    <a:cubicBezTo>
                      <a:pt x="59004" y="8583"/>
                      <a:pt x="58925" y="8579"/>
                      <a:pt x="58844" y="8570"/>
                    </a:cubicBezTo>
                    <a:cubicBezTo>
                      <a:pt x="57410" y="8414"/>
                      <a:pt x="56391" y="7671"/>
                      <a:pt x="55181" y="7187"/>
                    </a:cubicBezTo>
                    <a:cubicBezTo>
                      <a:pt x="54440" y="6892"/>
                      <a:pt x="53723" y="6767"/>
                      <a:pt x="53025" y="6767"/>
                    </a:cubicBezTo>
                    <a:cubicBezTo>
                      <a:pt x="51022" y="6767"/>
                      <a:pt x="49177" y="7799"/>
                      <a:pt x="47370" y="8812"/>
                    </a:cubicBezTo>
                    <a:cubicBezTo>
                      <a:pt x="46903" y="9071"/>
                      <a:pt x="46765" y="9434"/>
                      <a:pt x="46972" y="9969"/>
                    </a:cubicBezTo>
                    <a:cubicBezTo>
                      <a:pt x="47155" y="10426"/>
                      <a:pt x="47351" y="10748"/>
                      <a:pt x="47819" y="10748"/>
                    </a:cubicBezTo>
                    <a:cubicBezTo>
                      <a:pt x="47883" y="10748"/>
                      <a:pt x="47952" y="10742"/>
                      <a:pt x="48026" y="10730"/>
                    </a:cubicBezTo>
                    <a:lnTo>
                      <a:pt x="50498" y="10280"/>
                    </a:lnTo>
                    <a:cubicBezTo>
                      <a:pt x="50618" y="10263"/>
                      <a:pt x="50739" y="10229"/>
                      <a:pt x="50878" y="10194"/>
                    </a:cubicBezTo>
                    <a:lnTo>
                      <a:pt x="50878" y="10194"/>
                    </a:lnTo>
                    <a:cubicBezTo>
                      <a:pt x="50878" y="10298"/>
                      <a:pt x="50860" y="10401"/>
                      <a:pt x="50860" y="10505"/>
                    </a:cubicBezTo>
                    <a:cubicBezTo>
                      <a:pt x="50614" y="11663"/>
                      <a:pt x="50148" y="12321"/>
                      <a:pt x="49280" y="12321"/>
                    </a:cubicBezTo>
                    <a:cubicBezTo>
                      <a:pt x="48931" y="12321"/>
                      <a:pt x="48517" y="12214"/>
                      <a:pt x="48026" y="11991"/>
                    </a:cubicBezTo>
                    <a:cubicBezTo>
                      <a:pt x="46374" y="11254"/>
                      <a:pt x="44693" y="10979"/>
                      <a:pt x="42955" y="10979"/>
                    </a:cubicBezTo>
                    <a:cubicBezTo>
                      <a:pt x="42002" y="10979"/>
                      <a:pt x="41033" y="11062"/>
                      <a:pt x="40042" y="11196"/>
                    </a:cubicBezTo>
                    <a:cubicBezTo>
                      <a:pt x="38536" y="11404"/>
                      <a:pt x="37062" y="12285"/>
                      <a:pt x="35569" y="12285"/>
                    </a:cubicBezTo>
                    <a:cubicBezTo>
                      <a:pt x="35195" y="12285"/>
                      <a:pt x="34820" y="12230"/>
                      <a:pt x="34443" y="12095"/>
                    </a:cubicBezTo>
                    <a:cubicBezTo>
                      <a:pt x="32698" y="11490"/>
                      <a:pt x="30900" y="11110"/>
                      <a:pt x="29068" y="10920"/>
                    </a:cubicBezTo>
                    <a:cubicBezTo>
                      <a:pt x="27080" y="10698"/>
                      <a:pt x="25171" y="10202"/>
                      <a:pt x="23146" y="10202"/>
                    </a:cubicBezTo>
                    <a:cubicBezTo>
                      <a:pt x="22337" y="10202"/>
                      <a:pt x="21510" y="10281"/>
                      <a:pt x="20652" y="10488"/>
                    </a:cubicBezTo>
                    <a:cubicBezTo>
                      <a:pt x="18383" y="11055"/>
                      <a:pt x="16215" y="12269"/>
                      <a:pt x="13793" y="12269"/>
                    </a:cubicBezTo>
                    <a:cubicBezTo>
                      <a:pt x="13559" y="12269"/>
                      <a:pt x="13322" y="12258"/>
                      <a:pt x="13083" y="12233"/>
                    </a:cubicBezTo>
                    <a:cubicBezTo>
                      <a:pt x="13049" y="12230"/>
                      <a:pt x="13015" y="12229"/>
                      <a:pt x="12982" y="12229"/>
                    </a:cubicBezTo>
                    <a:cubicBezTo>
                      <a:pt x="12473" y="12229"/>
                      <a:pt x="12176" y="12605"/>
                      <a:pt x="12323" y="13287"/>
                    </a:cubicBezTo>
                    <a:cubicBezTo>
                      <a:pt x="12498" y="14071"/>
                      <a:pt x="12325" y="14707"/>
                      <a:pt x="11687" y="14707"/>
                    </a:cubicBezTo>
                    <a:cubicBezTo>
                      <a:pt x="11510" y="14707"/>
                      <a:pt x="11296" y="14658"/>
                      <a:pt x="11044" y="14549"/>
                    </a:cubicBezTo>
                    <a:cubicBezTo>
                      <a:pt x="10655" y="14378"/>
                      <a:pt x="10292" y="14308"/>
                      <a:pt x="9947" y="14308"/>
                    </a:cubicBezTo>
                    <a:cubicBezTo>
                      <a:pt x="9034" y="14308"/>
                      <a:pt x="8242" y="14801"/>
                      <a:pt x="7415" y="15240"/>
                    </a:cubicBezTo>
                    <a:cubicBezTo>
                      <a:pt x="6965" y="15482"/>
                      <a:pt x="6672" y="15914"/>
                      <a:pt x="6879" y="16467"/>
                    </a:cubicBezTo>
                    <a:cubicBezTo>
                      <a:pt x="7027" y="16886"/>
                      <a:pt x="7334" y="16988"/>
                      <a:pt x="7700" y="16988"/>
                    </a:cubicBezTo>
                    <a:cubicBezTo>
                      <a:pt x="7802" y="16988"/>
                      <a:pt x="7910" y="16980"/>
                      <a:pt x="8020" y="16968"/>
                    </a:cubicBezTo>
                    <a:cubicBezTo>
                      <a:pt x="8305" y="16929"/>
                      <a:pt x="8590" y="16910"/>
                      <a:pt x="8875" y="16910"/>
                    </a:cubicBezTo>
                    <a:cubicBezTo>
                      <a:pt x="8970" y="16910"/>
                      <a:pt x="9065" y="16912"/>
                      <a:pt x="9160" y="16917"/>
                    </a:cubicBezTo>
                    <a:cubicBezTo>
                      <a:pt x="9186" y="16919"/>
                      <a:pt x="9214" y="16920"/>
                      <a:pt x="9242" y="16920"/>
                    </a:cubicBezTo>
                    <a:cubicBezTo>
                      <a:pt x="9458" y="16920"/>
                      <a:pt x="9735" y="16862"/>
                      <a:pt x="9947" y="16862"/>
                    </a:cubicBezTo>
                    <a:cubicBezTo>
                      <a:pt x="10131" y="16862"/>
                      <a:pt x="10266" y="16906"/>
                      <a:pt x="10266" y="17072"/>
                    </a:cubicBezTo>
                    <a:cubicBezTo>
                      <a:pt x="10266" y="17498"/>
                      <a:pt x="9728" y="17637"/>
                      <a:pt x="9291" y="17637"/>
                    </a:cubicBezTo>
                    <a:cubicBezTo>
                      <a:pt x="9214" y="17637"/>
                      <a:pt x="9141" y="17633"/>
                      <a:pt x="9074" y="17625"/>
                    </a:cubicBezTo>
                    <a:cubicBezTo>
                      <a:pt x="8873" y="17604"/>
                      <a:pt x="8677" y="17594"/>
                      <a:pt x="8484" y="17594"/>
                    </a:cubicBezTo>
                    <a:cubicBezTo>
                      <a:pt x="6314" y="17594"/>
                      <a:pt x="4587" y="18859"/>
                      <a:pt x="2714" y="19716"/>
                    </a:cubicBezTo>
                    <a:cubicBezTo>
                      <a:pt x="1193" y="20407"/>
                      <a:pt x="2351" y="21548"/>
                      <a:pt x="2282" y="22429"/>
                    </a:cubicBezTo>
                    <a:cubicBezTo>
                      <a:pt x="2264" y="22814"/>
                      <a:pt x="2455" y="22907"/>
                      <a:pt x="2706" y="22907"/>
                    </a:cubicBezTo>
                    <a:cubicBezTo>
                      <a:pt x="2939" y="22907"/>
                      <a:pt x="3223" y="22827"/>
                      <a:pt x="3440" y="22827"/>
                    </a:cubicBezTo>
                    <a:cubicBezTo>
                      <a:pt x="3665" y="22827"/>
                      <a:pt x="3872" y="22982"/>
                      <a:pt x="4079" y="23069"/>
                    </a:cubicBezTo>
                    <a:cubicBezTo>
                      <a:pt x="3924" y="23242"/>
                      <a:pt x="3751" y="23380"/>
                      <a:pt x="3544" y="23501"/>
                    </a:cubicBezTo>
                    <a:cubicBezTo>
                      <a:pt x="2610" y="23881"/>
                      <a:pt x="1643" y="24192"/>
                      <a:pt x="709" y="24589"/>
                    </a:cubicBezTo>
                    <a:cubicBezTo>
                      <a:pt x="329" y="24745"/>
                      <a:pt x="1" y="25142"/>
                      <a:pt x="226" y="25609"/>
                    </a:cubicBezTo>
                    <a:cubicBezTo>
                      <a:pt x="325" y="25816"/>
                      <a:pt x="462" y="25880"/>
                      <a:pt x="615" y="25880"/>
                    </a:cubicBezTo>
                    <a:cubicBezTo>
                      <a:pt x="807" y="25880"/>
                      <a:pt x="1026" y="25778"/>
                      <a:pt x="1228" y="25730"/>
                    </a:cubicBezTo>
                    <a:cubicBezTo>
                      <a:pt x="2248" y="25454"/>
                      <a:pt x="3354" y="25350"/>
                      <a:pt x="4252" y="24866"/>
                    </a:cubicBezTo>
                    <a:cubicBezTo>
                      <a:pt x="4601" y="24679"/>
                      <a:pt x="4965" y="24620"/>
                      <a:pt x="5336" y="24620"/>
                    </a:cubicBezTo>
                    <a:cubicBezTo>
                      <a:pt x="5952" y="24620"/>
                      <a:pt x="6585" y="24782"/>
                      <a:pt x="7191" y="24782"/>
                    </a:cubicBezTo>
                    <a:cubicBezTo>
                      <a:pt x="7702" y="24782"/>
                      <a:pt x="8195" y="24667"/>
                      <a:pt x="8642" y="24244"/>
                    </a:cubicBezTo>
                    <a:cubicBezTo>
                      <a:pt x="9143" y="23760"/>
                      <a:pt x="9627" y="23276"/>
                      <a:pt x="10128" y="22809"/>
                    </a:cubicBezTo>
                    <a:cubicBezTo>
                      <a:pt x="10518" y="22438"/>
                      <a:pt x="10935" y="22335"/>
                      <a:pt x="11366" y="22335"/>
                    </a:cubicBezTo>
                    <a:cubicBezTo>
                      <a:pt x="11904" y="22335"/>
                      <a:pt x="12465" y="22495"/>
                      <a:pt x="13026" y="22495"/>
                    </a:cubicBezTo>
                    <a:cubicBezTo>
                      <a:pt x="13270" y="22495"/>
                      <a:pt x="13515" y="22465"/>
                      <a:pt x="13757" y="22377"/>
                    </a:cubicBezTo>
                    <a:cubicBezTo>
                      <a:pt x="14876" y="21972"/>
                      <a:pt x="15968" y="21278"/>
                      <a:pt x="17215" y="21278"/>
                    </a:cubicBezTo>
                    <a:cubicBezTo>
                      <a:pt x="17721" y="21278"/>
                      <a:pt x="18252" y="21392"/>
                      <a:pt x="18820" y="21686"/>
                    </a:cubicBezTo>
                    <a:cubicBezTo>
                      <a:pt x="20272" y="22429"/>
                      <a:pt x="22242" y="22343"/>
                      <a:pt x="21966" y="24780"/>
                    </a:cubicBezTo>
                    <a:cubicBezTo>
                      <a:pt x="21914" y="25212"/>
                      <a:pt x="22104" y="25868"/>
                      <a:pt x="22415" y="26127"/>
                    </a:cubicBezTo>
                    <a:cubicBezTo>
                      <a:pt x="23746" y="27251"/>
                      <a:pt x="23659" y="29411"/>
                      <a:pt x="23210" y="29981"/>
                    </a:cubicBezTo>
                    <a:cubicBezTo>
                      <a:pt x="22052" y="31485"/>
                      <a:pt x="22484" y="32573"/>
                      <a:pt x="22985" y="33973"/>
                    </a:cubicBezTo>
                    <a:cubicBezTo>
                      <a:pt x="23124" y="34405"/>
                      <a:pt x="22795" y="35045"/>
                      <a:pt x="22553" y="35529"/>
                    </a:cubicBezTo>
                    <a:cubicBezTo>
                      <a:pt x="21447" y="37844"/>
                      <a:pt x="19356" y="39469"/>
                      <a:pt x="18233" y="41802"/>
                    </a:cubicBezTo>
                    <a:cubicBezTo>
                      <a:pt x="17455" y="43409"/>
                      <a:pt x="17058" y="48783"/>
                      <a:pt x="18354" y="49734"/>
                    </a:cubicBezTo>
                    <a:cubicBezTo>
                      <a:pt x="20220" y="51116"/>
                      <a:pt x="19927" y="52862"/>
                      <a:pt x="20238" y="54659"/>
                    </a:cubicBezTo>
                    <a:cubicBezTo>
                      <a:pt x="20428" y="55748"/>
                      <a:pt x="20410" y="57528"/>
                      <a:pt x="20687" y="57752"/>
                    </a:cubicBezTo>
                    <a:cubicBezTo>
                      <a:pt x="22380" y="59083"/>
                      <a:pt x="22242" y="61364"/>
                      <a:pt x="23625" y="62764"/>
                    </a:cubicBezTo>
                    <a:cubicBezTo>
                      <a:pt x="23915" y="63066"/>
                      <a:pt x="24197" y="63258"/>
                      <a:pt x="24508" y="63258"/>
                    </a:cubicBezTo>
                    <a:cubicBezTo>
                      <a:pt x="24660" y="63258"/>
                      <a:pt x="24820" y="63212"/>
                      <a:pt x="24990" y="63110"/>
                    </a:cubicBezTo>
                    <a:cubicBezTo>
                      <a:pt x="25508" y="62816"/>
                      <a:pt x="25526" y="62246"/>
                      <a:pt x="25197" y="61831"/>
                    </a:cubicBezTo>
                    <a:cubicBezTo>
                      <a:pt x="23607" y="59671"/>
                      <a:pt x="23746" y="56888"/>
                      <a:pt x="22536" y="54590"/>
                    </a:cubicBezTo>
                    <a:cubicBezTo>
                      <a:pt x="22415" y="54348"/>
                      <a:pt x="22605" y="53933"/>
                      <a:pt x="22692" y="53605"/>
                    </a:cubicBezTo>
                    <a:cubicBezTo>
                      <a:pt x="22704" y="53568"/>
                      <a:pt x="22878" y="53539"/>
                      <a:pt x="22981" y="53539"/>
                    </a:cubicBezTo>
                    <a:cubicBezTo>
                      <a:pt x="23021" y="53539"/>
                      <a:pt x="23050" y="53543"/>
                      <a:pt x="23054" y="53553"/>
                    </a:cubicBezTo>
                    <a:cubicBezTo>
                      <a:pt x="23175" y="53812"/>
                      <a:pt x="23366" y="54106"/>
                      <a:pt x="23366" y="54400"/>
                    </a:cubicBezTo>
                    <a:cubicBezTo>
                      <a:pt x="23383" y="56819"/>
                      <a:pt x="24973" y="58617"/>
                      <a:pt x="26027" y="60569"/>
                    </a:cubicBezTo>
                    <a:cubicBezTo>
                      <a:pt x="26977" y="62297"/>
                      <a:pt x="28654" y="63663"/>
                      <a:pt x="27720" y="65978"/>
                    </a:cubicBezTo>
                    <a:cubicBezTo>
                      <a:pt x="27530" y="66445"/>
                      <a:pt x="27928" y="66791"/>
                      <a:pt x="28273" y="67136"/>
                    </a:cubicBezTo>
                    <a:cubicBezTo>
                      <a:pt x="29138" y="68000"/>
                      <a:pt x="30226" y="68536"/>
                      <a:pt x="31246" y="69193"/>
                    </a:cubicBezTo>
                    <a:cubicBezTo>
                      <a:pt x="32910" y="70222"/>
                      <a:pt x="34447" y="71516"/>
                      <a:pt x="36422" y="71516"/>
                    </a:cubicBezTo>
                    <a:cubicBezTo>
                      <a:pt x="36867" y="71516"/>
                      <a:pt x="37334" y="71451"/>
                      <a:pt x="37830" y="71301"/>
                    </a:cubicBezTo>
                    <a:cubicBezTo>
                      <a:pt x="37930" y="71272"/>
                      <a:pt x="38022" y="71258"/>
                      <a:pt x="38107" y="71258"/>
                    </a:cubicBezTo>
                    <a:cubicBezTo>
                      <a:pt x="38527" y="71258"/>
                      <a:pt x="38793" y="71582"/>
                      <a:pt x="39023" y="71941"/>
                    </a:cubicBezTo>
                    <a:cubicBezTo>
                      <a:pt x="39748" y="73098"/>
                      <a:pt x="40768" y="73721"/>
                      <a:pt x="42116" y="74032"/>
                    </a:cubicBezTo>
                    <a:cubicBezTo>
                      <a:pt x="43585" y="74360"/>
                      <a:pt x="45296" y="74775"/>
                      <a:pt x="45745" y="76399"/>
                    </a:cubicBezTo>
                    <a:cubicBezTo>
                      <a:pt x="46194" y="78110"/>
                      <a:pt x="47439" y="79112"/>
                      <a:pt x="48648" y="79907"/>
                    </a:cubicBezTo>
                    <a:cubicBezTo>
                      <a:pt x="49237" y="80296"/>
                      <a:pt x="50039" y="81326"/>
                      <a:pt x="50895" y="81326"/>
                    </a:cubicBezTo>
                    <a:cubicBezTo>
                      <a:pt x="51372" y="81326"/>
                      <a:pt x="51865" y="81007"/>
                      <a:pt x="52347" y="80080"/>
                    </a:cubicBezTo>
                    <a:cubicBezTo>
                      <a:pt x="52462" y="79850"/>
                      <a:pt x="52631" y="79714"/>
                      <a:pt x="52813" y="79714"/>
                    </a:cubicBezTo>
                    <a:cubicBezTo>
                      <a:pt x="53013" y="79714"/>
                      <a:pt x="53228" y="79880"/>
                      <a:pt x="53401" y="80270"/>
                    </a:cubicBezTo>
                    <a:cubicBezTo>
                      <a:pt x="54593" y="83156"/>
                      <a:pt x="53919" y="85697"/>
                      <a:pt x="51621" y="87943"/>
                    </a:cubicBezTo>
                    <a:cubicBezTo>
                      <a:pt x="50498" y="89049"/>
                      <a:pt x="49806" y="90604"/>
                      <a:pt x="50774" y="92194"/>
                    </a:cubicBezTo>
                    <a:cubicBezTo>
                      <a:pt x="51085" y="92730"/>
                      <a:pt x="51068" y="92886"/>
                      <a:pt x="50688" y="93283"/>
                    </a:cubicBezTo>
                    <a:cubicBezTo>
                      <a:pt x="49685" y="94337"/>
                      <a:pt x="49703" y="95875"/>
                      <a:pt x="50567" y="96636"/>
                    </a:cubicBezTo>
                    <a:cubicBezTo>
                      <a:pt x="52208" y="98087"/>
                      <a:pt x="52986" y="99971"/>
                      <a:pt x="53971" y="101803"/>
                    </a:cubicBezTo>
                    <a:cubicBezTo>
                      <a:pt x="55440" y="104516"/>
                      <a:pt x="56771" y="107281"/>
                      <a:pt x="59933" y="108629"/>
                    </a:cubicBezTo>
                    <a:cubicBezTo>
                      <a:pt x="61661" y="109372"/>
                      <a:pt x="62629" y="111014"/>
                      <a:pt x="62664" y="113122"/>
                    </a:cubicBezTo>
                    <a:cubicBezTo>
                      <a:pt x="62716" y="116319"/>
                      <a:pt x="62871" y="119516"/>
                      <a:pt x="63096" y="122713"/>
                    </a:cubicBezTo>
                    <a:cubicBezTo>
                      <a:pt x="63251" y="125115"/>
                      <a:pt x="64426" y="127431"/>
                      <a:pt x="63631" y="129920"/>
                    </a:cubicBezTo>
                    <a:cubicBezTo>
                      <a:pt x="63303" y="130922"/>
                      <a:pt x="63459" y="131907"/>
                      <a:pt x="63839" y="132875"/>
                    </a:cubicBezTo>
                    <a:cubicBezTo>
                      <a:pt x="64323" y="134067"/>
                      <a:pt x="64461" y="135363"/>
                      <a:pt x="64288" y="136642"/>
                    </a:cubicBezTo>
                    <a:cubicBezTo>
                      <a:pt x="64184" y="137593"/>
                      <a:pt x="64582" y="138664"/>
                      <a:pt x="65653" y="139148"/>
                    </a:cubicBezTo>
                    <a:cubicBezTo>
                      <a:pt x="65680" y="139159"/>
                      <a:pt x="65711" y="139163"/>
                      <a:pt x="65743" y="139163"/>
                    </a:cubicBezTo>
                    <a:cubicBezTo>
                      <a:pt x="65886" y="139163"/>
                      <a:pt x="66069" y="139076"/>
                      <a:pt x="66205" y="139076"/>
                    </a:cubicBezTo>
                    <a:cubicBezTo>
                      <a:pt x="66332" y="139076"/>
                      <a:pt x="66419" y="139151"/>
                      <a:pt x="66397" y="139442"/>
                    </a:cubicBezTo>
                    <a:cubicBezTo>
                      <a:pt x="66362" y="139995"/>
                      <a:pt x="67071" y="140565"/>
                      <a:pt x="66293" y="141135"/>
                    </a:cubicBezTo>
                    <a:cubicBezTo>
                      <a:pt x="65895" y="141412"/>
                      <a:pt x="65360" y="142259"/>
                      <a:pt x="65774" y="142414"/>
                    </a:cubicBezTo>
                    <a:cubicBezTo>
                      <a:pt x="66898" y="142846"/>
                      <a:pt x="66500" y="143797"/>
                      <a:pt x="66777" y="144488"/>
                    </a:cubicBezTo>
                    <a:cubicBezTo>
                      <a:pt x="67468" y="146164"/>
                      <a:pt x="68505" y="147668"/>
                      <a:pt x="69801" y="148929"/>
                    </a:cubicBezTo>
                    <a:cubicBezTo>
                      <a:pt x="71823" y="150906"/>
                      <a:pt x="74091" y="152091"/>
                      <a:pt x="76808" y="152091"/>
                    </a:cubicBezTo>
                    <a:cubicBezTo>
                      <a:pt x="77226" y="152091"/>
                      <a:pt x="77656" y="152063"/>
                      <a:pt x="78096" y="152005"/>
                    </a:cubicBezTo>
                    <a:cubicBezTo>
                      <a:pt x="78355" y="151953"/>
                      <a:pt x="78580" y="151781"/>
                      <a:pt x="78718" y="151556"/>
                    </a:cubicBezTo>
                    <a:cubicBezTo>
                      <a:pt x="78874" y="151262"/>
                      <a:pt x="78615" y="151038"/>
                      <a:pt x="78355" y="150882"/>
                    </a:cubicBezTo>
                    <a:cubicBezTo>
                      <a:pt x="77595" y="150415"/>
                      <a:pt x="76835" y="149914"/>
                      <a:pt x="76040" y="149482"/>
                    </a:cubicBezTo>
                    <a:cubicBezTo>
                      <a:pt x="73914" y="148342"/>
                      <a:pt x="73551" y="146648"/>
                      <a:pt x="74899" y="144695"/>
                    </a:cubicBezTo>
                    <a:cubicBezTo>
                      <a:pt x="75608" y="143658"/>
                      <a:pt x="75694" y="142570"/>
                      <a:pt x="74173" y="142017"/>
                    </a:cubicBezTo>
                    <a:cubicBezTo>
                      <a:pt x="73707" y="141861"/>
                      <a:pt x="72929" y="141550"/>
                      <a:pt x="73551" y="140997"/>
                    </a:cubicBezTo>
                    <a:cubicBezTo>
                      <a:pt x="74260" y="140340"/>
                      <a:pt x="74260" y="139597"/>
                      <a:pt x="74415" y="138837"/>
                    </a:cubicBezTo>
                    <a:cubicBezTo>
                      <a:pt x="74605" y="137783"/>
                      <a:pt x="73534" y="136193"/>
                      <a:pt x="75677" y="135985"/>
                    </a:cubicBezTo>
                    <a:cubicBezTo>
                      <a:pt x="75746" y="135985"/>
                      <a:pt x="75850" y="135588"/>
                      <a:pt x="75798" y="135432"/>
                    </a:cubicBezTo>
                    <a:cubicBezTo>
                      <a:pt x="75444" y="134260"/>
                      <a:pt x="75867" y="133923"/>
                      <a:pt x="76900" y="133923"/>
                    </a:cubicBezTo>
                    <a:cubicBezTo>
                      <a:pt x="76978" y="133923"/>
                      <a:pt x="77060" y="133925"/>
                      <a:pt x="77146" y="133929"/>
                    </a:cubicBezTo>
                    <a:cubicBezTo>
                      <a:pt x="77188" y="133931"/>
                      <a:pt x="77231" y="133932"/>
                      <a:pt x="77272" y="133932"/>
                    </a:cubicBezTo>
                    <a:cubicBezTo>
                      <a:pt x="78202" y="133932"/>
                      <a:pt x="78980" y="133388"/>
                      <a:pt x="79427" y="132512"/>
                    </a:cubicBezTo>
                    <a:cubicBezTo>
                      <a:pt x="79859" y="131648"/>
                      <a:pt x="79738" y="130836"/>
                      <a:pt x="79047" y="130110"/>
                    </a:cubicBezTo>
                    <a:cubicBezTo>
                      <a:pt x="78857" y="129902"/>
                      <a:pt x="78822" y="129557"/>
                      <a:pt x="78701" y="129280"/>
                    </a:cubicBezTo>
                    <a:lnTo>
                      <a:pt x="78701" y="129280"/>
                    </a:lnTo>
                    <a:cubicBezTo>
                      <a:pt x="78977" y="129298"/>
                      <a:pt x="79237" y="129332"/>
                      <a:pt x="79513" y="129384"/>
                    </a:cubicBezTo>
                    <a:cubicBezTo>
                      <a:pt x="79669" y="129427"/>
                      <a:pt x="79830" y="129448"/>
                      <a:pt x="79991" y="129448"/>
                    </a:cubicBezTo>
                    <a:cubicBezTo>
                      <a:pt x="80347" y="129448"/>
                      <a:pt x="80702" y="129344"/>
                      <a:pt x="80999" y="129142"/>
                    </a:cubicBezTo>
                    <a:cubicBezTo>
                      <a:pt x="82900" y="128001"/>
                      <a:pt x="83350" y="125841"/>
                      <a:pt x="84473" y="124148"/>
                    </a:cubicBezTo>
                    <a:cubicBezTo>
                      <a:pt x="85216" y="123024"/>
                      <a:pt x="86149" y="121815"/>
                      <a:pt x="85544" y="120225"/>
                    </a:cubicBezTo>
                    <a:cubicBezTo>
                      <a:pt x="85026" y="118808"/>
                      <a:pt x="85959" y="118186"/>
                      <a:pt x="86927" y="117356"/>
                    </a:cubicBezTo>
                    <a:cubicBezTo>
                      <a:pt x="88258" y="116233"/>
                      <a:pt x="90314" y="116371"/>
                      <a:pt x="91230" y="115213"/>
                    </a:cubicBezTo>
                    <a:cubicBezTo>
                      <a:pt x="93096" y="112846"/>
                      <a:pt x="93788" y="109908"/>
                      <a:pt x="93874" y="106866"/>
                    </a:cubicBezTo>
                    <a:cubicBezTo>
                      <a:pt x="93909" y="105743"/>
                      <a:pt x="93563" y="104637"/>
                      <a:pt x="94635" y="103635"/>
                    </a:cubicBezTo>
                    <a:cubicBezTo>
                      <a:pt x="95637" y="102650"/>
                      <a:pt x="96432" y="101492"/>
                      <a:pt x="97002" y="100213"/>
                    </a:cubicBezTo>
                    <a:cubicBezTo>
                      <a:pt x="98350" y="97189"/>
                      <a:pt x="97555" y="95668"/>
                      <a:pt x="93770" y="93404"/>
                    </a:cubicBezTo>
                    <a:cubicBezTo>
                      <a:pt x="92864" y="92866"/>
                      <a:pt x="92012" y="92178"/>
                      <a:pt x="90923" y="92178"/>
                    </a:cubicBezTo>
                    <a:cubicBezTo>
                      <a:pt x="90787" y="92178"/>
                      <a:pt x="90648" y="92189"/>
                      <a:pt x="90504" y="92212"/>
                    </a:cubicBezTo>
                    <a:cubicBezTo>
                      <a:pt x="90375" y="92232"/>
                      <a:pt x="90250" y="92241"/>
                      <a:pt x="90128" y="92241"/>
                    </a:cubicBezTo>
                    <a:cubicBezTo>
                      <a:pt x="89316" y="92241"/>
                      <a:pt x="88640" y="91827"/>
                      <a:pt x="87964" y="91451"/>
                    </a:cubicBezTo>
                    <a:cubicBezTo>
                      <a:pt x="86720" y="90760"/>
                      <a:pt x="85423" y="90190"/>
                      <a:pt x="84076" y="89740"/>
                    </a:cubicBezTo>
                    <a:cubicBezTo>
                      <a:pt x="83419" y="89533"/>
                      <a:pt x="82365" y="89412"/>
                      <a:pt x="82226" y="88306"/>
                    </a:cubicBezTo>
                    <a:cubicBezTo>
                      <a:pt x="81898" y="85511"/>
                      <a:pt x="80349" y="82231"/>
                      <a:pt x="77208" y="82231"/>
                    </a:cubicBezTo>
                    <a:cubicBezTo>
                      <a:pt x="77047" y="82231"/>
                      <a:pt x="76883" y="82240"/>
                      <a:pt x="76714" y="82258"/>
                    </a:cubicBezTo>
                    <a:cubicBezTo>
                      <a:pt x="76610" y="82274"/>
                      <a:pt x="76507" y="82282"/>
                      <a:pt x="76405" y="82282"/>
                    </a:cubicBezTo>
                    <a:cubicBezTo>
                      <a:pt x="75873" y="82282"/>
                      <a:pt x="75365" y="82061"/>
                      <a:pt x="75003" y="81670"/>
                    </a:cubicBezTo>
                    <a:cubicBezTo>
                      <a:pt x="73810" y="80478"/>
                      <a:pt x="72722" y="79147"/>
                      <a:pt x="71356" y="78179"/>
                    </a:cubicBezTo>
                    <a:cubicBezTo>
                      <a:pt x="70652" y="77672"/>
                      <a:pt x="69937" y="76844"/>
                      <a:pt x="68958" y="76844"/>
                    </a:cubicBezTo>
                    <a:cubicBezTo>
                      <a:pt x="68735" y="76844"/>
                      <a:pt x="68499" y="76887"/>
                      <a:pt x="68246" y="76987"/>
                    </a:cubicBezTo>
                    <a:cubicBezTo>
                      <a:pt x="68013" y="77081"/>
                      <a:pt x="67785" y="77113"/>
                      <a:pt x="67562" y="77113"/>
                    </a:cubicBezTo>
                    <a:cubicBezTo>
                      <a:pt x="67089" y="77113"/>
                      <a:pt x="66635" y="76969"/>
                      <a:pt x="66189" y="76969"/>
                    </a:cubicBezTo>
                    <a:cubicBezTo>
                      <a:pt x="64783" y="76969"/>
                      <a:pt x="63941" y="75706"/>
                      <a:pt x="62605" y="75706"/>
                    </a:cubicBezTo>
                    <a:cubicBezTo>
                      <a:pt x="62579" y="75706"/>
                      <a:pt x="62552" y="75707"/>
                      <a:pt x="62525" y="75708"/>
                    </a:cubicBezTo>
                    <a:cubicBezTo>
                      <a:pt x="62280" y="75708"/>
                      <a:pt x="61828" y="76012"/>
                      <a:pt x="61511" y="76012"/>
                    </a:cubicBezTo>
                    <a:cubicBezTo>
                      <a:pt x="61248" y="76012"/>
                      <a:pt x="61077" y="75802"/>
                      <a:pt x="61195" y="75034"/>
                    </a:cubicBezTo>
                    <a:cubicBezTo>
                      <a:pt x="61232" y="74788"/>
                      <a:pt x="60883" y="74612"/>
                      <a:pt x="60617" y="74612"/>
                    </a:cubicBezTo>
                    <a:cubicBezTo>
                      <a:pt x="60509" y="74612"/>
                      <a:pt x="60415" y="74641"/>
                      <a:pt x="60365" y="74706"/>
                    </a:cubicBezTo>
                    <a:cubicBezTo>
                      <a:pt x="59225" y="76088"/>
                      <a:pt x="57099" y="76071"/>
                      <a:pt x="56166" y="77747"/>
                    </a:cubicBezTo>
                    <a:cubicBezTo>
                      <a:pt x="55842" y="78325"/>
                      <a:pt x="55457" y="78771"/>
                      <a:pt x="54917" y="78771"/>
                    </a:cubicBezTo>
                    <a:cubicBezTo>
                      <a:pt x="54649" y="78771"/>
                      <a:pt x="54343" y="78661"/>
                      <a:pt x="53988" y="78404"/>
                    </a:cubicBezTo>
                    <a:cubicBezTo>
                      <a:pt x="53637" y="78125"/>
                      <a:pt x="53206" y="77982"/>
                      <a:pt x="52772" y="77982"/>
                    </a:cubicBezTo>
                    <a:cubicBezTo>
                      <a:pt x="52480" y="77982"/>
                      <a:pt x="52186" y="78047"/>
                      <a:pt x="51915" y="78179"/>
                    </a:cubicBezTo>
                    <a:cubicBezTo>
                      <a:pt x="51373" y="78410"/>
                      <a:pt x="50918" y="78527"/>
                      <a:pt x="50541" y="78527"/>
                    </a:cubicBezTo>
                    <a:cubicBezTo>
                      <a:pt x="49618" y="78527"/>
                      <a:pt x="49166" y="77825"/>
                      <a:pt x="49080" y="76365"/>
                    </a:cubicBezTo>
                    <a:cubicBezTo>
                      <a:pt x="49046" y="75397"/>
                      <a:pt x="49184" y="74446"/>
                      <a:pt x="49478" y="73530"/>
                    </a:cubicBezTo>
                    <a:cubicBezTo>
                      <a:pt x="50012" y="71861"/>
                      <a:pt x="49095" y="70692"/>
                      <a:pt x="47366" y="70692"/>
                    </a:cubicBezTo>
                    <a:cubicBezTo>
                      <a:pt x="47305" y="70692"/>
                      <a:pt x="47243" y="70693"/>
                      <a:pt x="47179" y="70696"/>
                    </a:cubicBezTo>
                    <a:cubicBezTo>
                      <a:pt x="46730" y="70714"/>
                      <a:pt x="46281" y="70765"/>
                      <a:pt x="45814" y="70783"/>
                    </a:cubicBezTo>
                    <a:cubicBezTo>
                      <a:pt x="45755" y="70784"/>
                      <a:pt x="45699" y="70786"/>
                      <a:pt x="45645" y="70786"/>
                    </a:cubicBezTo>
                    <a:cubicBezTo>
                      <a:pt x="45148" y="70786"/>
                      <a:pt x="44886" y="70683"/>
                      <a:pt x="45088" y="69919"/>
                    </a:cubicBezTo>
                    <a:cubicBezTo>
                      <a:pt x="45469" y="68484"/>
                      <a:pt x="46143" y="67240"/>
                      <a:pt x="46886" y="65996"/>
                    </a:cubicBezTo>
                    <a:cubicBezTo>
                      <a:pt x="47214" y="65443"/>
                      <a:pt x="47231" y="64993"/>
                      <a:pt x="46747" y="64613"/>
                    </a:cubicBezTo>
                    <a:cubicBezTo>
                      <a:pt x="46406" y="64334"/>
                      <a:pt x="45929" y="64209"/>
                      <a:pt x="45417" y="64209"/>
                    </a:cubicBezTo>
                    <a:cubicBezTo>
                      <a:pt x="44221" y="64209"/>
                      <a:pt x="42833" y="64889"/>
                      <a:pt x="42531" y="65857"/>
                    </a:cubicBezTo>
                    <a:cubicBezTo>
                      <a:pt x="42161" y="67044"/>
                      <a:pt x="40793" y="67929"/>
                      <a:pt x="39553" y="67929"/>
                    </a:cubicBezTo>
                    <a:cubicBezTo>
                      <a:pt x="39113" y="67929"/>
                      <a:pt x="38689" y="67817"/>
                      <a:pt x="38331" y="67568"/>
                    </a:cubicBezTo>
                    <a:cubicBezTo>
                      <a:pt x="36966" y="66601"/>
                      <a:pt x="35998" y="64872"/>
                      <a:pt x="36517" y="63455"/>
                    </a:cubicBezTo>
                    <a:cubicBezTo>
                      <a:pt x="37571" y="60569"/>
                      <a:pt x="37986" y="56802"/>
                      <a:pt x="41822" y="56093"/>
                    </a:cubicBezTo>
                    <a:cubicBezTo>
                      <a:pt x="44259" y="55627"/>
                      <a:pt x="46696" y="55299"/>
                      <a:pt x="49167" y="55126"/>
                    </a:cubicBezTo>
                    <a:cubicBezTo>
                      <a:pt x="49252" y="55120"/>
                      <a:pt x="49338" y="55117"/>
                      <a:pt x="49425" y="55117"/>
                    </a:cubicBezTo>
                    <a:cubicBezTo>
                      <a:pt x="50819" y="55117"/>
                      <a:pt x="52364" y="55920"/>
                      <a:pt x="51811" y="58133"/>
                    </a:cubicBezTo>
                    <a:cubicBezTo>
                      <a:pt x="51707" y="58582"/>
                      <a:pt x="52087" y="59204"/>
                      <a:pt x="52329" y="59688"/>
                    </a:cubicBezTo>
                    <a:cubicBezTo>
                      <a:pt x="52602" y="60250"/>
                      <a:pt x="52992" y="60846"/>
                      <a:pt x="53666" y="60846"/>
                    </a:cubicBezTo>
                    <a:cubicBezTo>
                      <a:pt x="53675" y="60846"/>
                      <a:pt x="53685" y="60846"/>
                      <a:pt x="53695" y="60846"/>
                    </a:cubicBezTo>
                    <a:cubicBezTo>
                      <a:pt x="54455" y="60811"/>
                      <a:pt x="54628" y="60085"/>
                      <a:pt x="54852" y="59498"/>
                    </a:cubicBezTo>
                    <a:cubicBezTo>
                      <a:pt x="55146" y="58703"/>
                      <a:pt x="55146" y="57822"/>
                      <a:pt x="54887" y="57027"/>
                    </a:cubicBezTo>
                    <a:cubicBezTo>
                      <a:pt x="54127" y="54642"/>
                      <a:pt x="54922" y="53017"/>
                      <a:pt x="57116" y="51894"/>
                    </a:cubicBezTo>
                    <a:cubicBezTo>
                      <a:pt x="58291" y="51307"/>
                      <a:pt x="59328" y="50442"/>
                      <a:pt x="60469" y="49786"/>
                    </a:cubicBezTo>
                    <a:cubicBezTo>
                      <a:pt x="62128" y="48818"/>
                      <a:pt x="61575" y="46641"/>
                      <a:pt x="63096" y="45448"/>
                    </a:cubicBezTo>
                    <a:cubicBezTo>
                      <a:pt x="64720" y="44169"/>
                      <a:pt x="65757" y="42113"/>
                      <a:pt x="68194" y="42061"/>
                    </a:cubicBezTo>
                    <a:cubicBezTo>
                      <a:pt x="68574" y="42044"/>
                      <a:pt x="69006" y="41888"/>
                      <a:pt x="69075" y="41456"/>
                    </a:cubicBezTo>
                    <a:cubicBezTo>
                      <a:pt x="69369" y="39711"/>
                      <a:pt x="70924" y="39417"/>
                      <a:pt x="72151" y="38760"/>
                    </a:cubicBezTo>
                    <a:cubicBezTo>
                      <a:pt x="72321" y="38667"/>
                      <a:pt x="72565" y="38512"/>
                      <a:pt x="72753" y="38512"/>
                    </a:cubicBezTo>
                    <a:cubicBezTo>
                      <a:pt x="72950" y="38512"/>
                      <a:pt x="73086" y="38680"/>
                      <a:pt x="73015" y="39261"/>
                    </a:cubicBezTo>
                    <a:cubicBezTo>
                      <a:pt x="72956" y="39796"/>
                      <a:pt x="73330" y="40078"/>
                      <a:pt x="73743" y="40078"/>
                    </a:cubicBezTo>
                    <a:cubicBezTo>
                      <a:pt x="73931" y="40078"/>
                      <a:pt x="74127" y="40020"/>
                      <a:pt x="74294" y="39901"/>
                    </a:cubicBezTo>
                    <a:cubicBezTo>
                      <a:pt x="75746" y="38898"/>
                      <a:pt x="77457" y="38501"/>
                      <a:pt x="78995" y="37723"/>
                    </a:cubicBezTo>
                    <a:cubicBezTo>
                      <a:pt x="79738" y="37326"/>
                      <a:pt x="80291" y="36773"/>
                      <a:pt x="79790" y="35995"/>
                    </a:cubicBezTo>
                    <a:cubicBezTo>
                      <a:pt x="79597" y="35708"/>
                      <a:pt x="79414" y="35603"/>
                      <a:pt x="79239" y="35603"/>
                    </a:cubicBezTo>
                    <a:cubicBezTo>
                      <a:pt x="78865" y="35603"/>
                      <a:pt x="78524" y="36083"/>
                      <a:pt x="78183" y="36306"/>
                    </a:cubicBezTo>
                    <a:cubicBezTo>
                      <a:pt x="77820" y="36545"/>
                      <a:pt x="77447" y="36741"/>
                      <a:pt x="77083" y="36741"/>
                    </a:cubicBezTo>
                    <a:cubicBezTo>
                      <a:pt x="76789" y="36741"/>
                      <a:pt x="76501" y="36612"/>
                      <a:pt x="76230" y="36272"/>
                    </a:cubicBezTo>
                    <a:cubicBezTo>
                      <a:pt x="75677" y="35563"/>
                      <a:pt x="76126" y="35148"/>
                      <a:pt x="76731" y="34751"/>
                    </a:cubicBezTo>
                    <a:cubicBezTo>
                      <a:pt x="77318" y="34371"/>
                      <a:pt x="77284" y="33818"/>
                      <a:pt x="77025" y="33196"/>
                    </a:cubicBezTo>
                    <a:cubicBezTo>
                      <a:pt x="76921" y="32919"/>
                      <a:pt x="76161" y="33023"/>
                      <a:pt x="76593" y="32643"/>
                    </a:cubicBezTo>
                    <a:cubicBezTo>
                      <a:pt x="76708" y="32536"/>
                      <a:pt x="76805" y="32492"/>
                      <a:pt x="76888" y="32492"/>
                    </a:cubicBezTo>
                    <a:cubicBezTo>
                      <a:pt x="77143" y="32492"/>
                      <a:pt x="77279" y="32892"/>
                      <a:pt x="77474" y="33126"/>
                    </a:cubicBezTo>
                    <a:cubicBezTo>
                      <a:pt x="77830" y="33563"/>
                      <a:pt x="78559" y="33892"/>
                      <a:pt x="79019" y="33892"/>
                    </a:cubicBezTo>
                    <a:cubicBezTo>
                      <a:pt x="79251" y="33892"/>
                      <a:pt x="79415" y="33808"/>
                      <a:pt x="79427" y="33610"/>
                    </a:cubicBezTo>
                    <a:cubicBezTo>
                      <a:pt x="79485" y="32639"/>
                      <a:pt x="79866" y="32465"/>
                      <a:pt x="80317" y="32465"/>
                    </a:cubicBezTo>
                    <a:cubicBezTo>
                      <a:pt x="80569" y="32465"/>
                      <a:pt x="80843" y="32519"/>
                      <a:pt x="81095" y="32519"/>
                    </a:cubicBezTo>
                    <a:cubicBezTo>
                      <a:pt x="81194" y="32519"/>
                      <a:pt x="81290" y="32511"/>
                      <a:pt x="81380" y="32487"/>
                    </a:cubicBezTo>
                    <a:cubicBezTo>
                      <a:pt x="81894" y="32340"/>
                      <a:pt x="82271" y="31830"/>
                      <a:pt x="82830" y="31830"/>
                    </a:cubicBezTo>
                    <a:cubicBezTo>
                      <a:pt x="82928" y="31830"/>
                      <a:pt x="83031" y="31846"/>
                      <a:pt x="83142" y="31882"/>
                    </a:cubicBezTo>
                    <a:cubicBezTo>
                      <a:pt x="82658" y="32470"/>
                      <a:pt x="82192" y="33075"/>
                      <a:pt x="81708" y="33679"/>
                    </a:cubicBezTo>
                    <a:cubicBezTo>
                      <a:pt x="81604" y="33766"/>
                      <a:pt x="81483" y="33835"/>
                      <a:pt x="81362" y="33904"/>
                    </a:cubicBezTo>
                    <a:cubicBezTo>
                      <a:pt x="81034" y="34129"/>
                      <a:pt x="80775" y="34423"/>
                      <a:pt x="80878" y="34872"/>
                    </a:cubicBezTo>
                    <a:cubicBezTo>
                      <a:pt x="80999" y="35304"/>
                      <a:pt x="81380" y="35252"/>
                      <a:pt x="81673" y="35425"/>
                    </a:cubicBezTo>
                    <a:cubicBezTo>
                      <a:pt x="81973" y="35596"/>
                      <a:pt x="82292" y="35648"/>
                      <a:pt x="82615" y="35648"/>
                    </a:cubicBezTo>
                    <a:cubicBezTo>
                      <a:pt x="83130" y="35648"/>
                      <a:pt x="83658" y="35514"/>
                      <a:pt x="84141" y="35514"/>
                    </a:cubicBezTo>
                    <a:cubicBezTo>
                      <a:pt x="84489" y="35514"/>
                      <a:pt x="84814" y="35584"/>
                      <a:pt x="85095" y="35822"/>
                    </a:cubicBezTo>
                    <a:cubicBezTo>
                      <a:pt x="85535" y="36187"/>
                      <a:pt x="85875" y="36332"/>
                      <a:pt x="86134" y="36332"/>
                    </a:cubicBezTo>
                    <a:cubicBezTo>
                      <a:pt x="86710" y="36332"/>
                      <a:pt x="86887" y="35618"/>
                      <a:pt x="86875" y="35010"/>
                    </a:cubicBezTo>
                    <a:cubicBezTo>
                      <a:pt x="86858" y="34215"/>
                      <a:pt x="87601" y="32729"/>
                      <a:pt x="85665" y="32625"/>
                    </a:cubicBezTo>
                    <a:cubicBezTo>
                      <a:pt x="84991" y="32591"/>
                      <a:pt x="85130" y="31986"/>
                      <a:pt x="85596" y="31485"/>
                    </a:cubicBezTo>
                    <a:cubicBezTo>
                      <a:pt x="87186" y="29791"/>
                      <a:pt x="86650" y="27527"/>
                      <a:pt x="84508" y="26767"/>
                    </a:cubicBezTo>
                    <a:cubicBezTo>
                      <a:pt x="84006" y="26594"/>
                      <a:pt x="83557" y="26214"/>
                      <a:pt x="83661" y="25834"/>
                    </a:cubicBezTo>
                    <a:cubicBezTo>
                      <a:pt x="83972" y="24503"/>
                      <a:pt x="83039" y="23432"/>
                      <a:pt x="83090" y="22170"/>
                    </a:cubicBezTo>
                    <a:cubicBezTo>
                      <a:pt x="83108" y="21773"/>
                      <a:pt x="83073" y="21375"/>
                      <a:pt x="82624" y="21220"/>
                    </a:cubicBezTo>
                    <a:cubicBezTo>
                      <a:pt x="82529" y="21188"/>
                      <a:pt x="82437" y="21174"/>
                      <a:pt x="82348" y="21174"/>
                    </a:cubicBezTo>
                    <a:cubicBezTo>
                      <a:pt x="82049" y="21174"/>
                      <a:pt x="81787" y="21339"/>
                      <a:pt x="81587" y="21565"/>
                    </a:cubicBezTo>
                    <a:cubicBezTo>
                      <a:pt x="81086" y="22135"/>
                      <a:pt x="80464" y="22602"/>
                      <a:pt x="79755" y="22913"/>
                    </a:cubicBezTo>
                    <a:cubicBezTo>
                      <a:pt x="79583" y="22995"/>
                      <a:pt x="79411" y="23071"/>
                      <a:pt x="79247" y="23071"/>
                    </a:cubicBezTo>
                    <a:cubicBezTo>
                      <a:pt x="79097" y="23071"/>
                      <a:pt x="78954" y="23008"/>
                      <a:pt x="78822" y="22827"/>
                    </a:cubicBezTo>
                    <a:cubicBezTo>
                      <a:pt x="78563" y="22498"/>
                      <a:pt x="78753" y="22274"/>
                      <a:pt x="78960" y="22015"/>
                    </a:cubicBezTo>
                    <a:cubicBezTo>
                      <a:pt x="79496" y="21254"/>
                      <a:pt x="79254" y="20736"/>
                      <a:pt x="78459" y="20338"/>
                    </a:cubicBezTo>
                    <a:cubicBezTo>
                      <a:pt x="78131" y="20165"/>
                      <a:pt x="77837" y="19941"/>
                      <a:pt x="77578" y="19664"/>
                    </a:cubicBezTo>
                    <a:cubicBezTo>
                      <a:pt x="77168" y="19146"/>
                      <a:pt x="76356" y="18913"/>
                      <a:pt x="75491" y="18913"/>
                    </a:cubicBezTo>
                    <a:cubicBezTo>
                      <a:pt x="74278" y="18913"/>
                      <a:pt x="72961" y="19371"/>
                      <a:pt x="72497" y="20148"/>
                    </a:cubicBezTo>
                    <a:cubicBezTo>
                      <a:pt x="72065" y="20874"/>
                      <a:pt x="71788" y="21824"/>
                      <a:pt x="70803" y="22170"/>
                    </a:cubicBezTo>
                    <a:cubicBezTo>
                      <a:pt x="70354" y="22326"/>
                      <a:pt x="70043" y="22792"/>
                      <a:pt x="70337" y="23276"/>
                    </a:cubicBezTo>
                    <a:cubicBezTo>
                      <a:pt x="71356" y="25004"/>
                      <a:pt x="70043" y="25488"/>
                      <a:pt x="68902" y="26024"/>
                    </a:cubicBezTo>
                    <a:cubicBezTo>
                      <a:pt x="67693" y="26577"/>
                      <a:pt x="66241" y="26801"/>
                      <a:pt x="66345" y="28685"/>
                    </a:cubicBezTo>
                    <a:cubicBezTo>
                      <a:pt x="66379" y="29117"/>
                      <a:pt x="65895" y="29601"/>
                      <a:pt x="65584" y="30016"/>
                    </a:cubicBezTo>
                    <a:cubicBezTo>
                      <a:pt x="65442" y="30197"/>
                      <a:pt x="65232" y="30465"/>
                      <a:pt x="64983" y="30465"/>
                    </a:cubicBezTo>
                    <a:cubicBezTo>
                      <a:pt x="64899" y="30465"/>
                      <a:pt x="64811" y="30435"/>
                      <a:pt x="64720" y="30361"/>
                    </a:cubicBezTo>
                    <a:cubicBezTo>
                      <a:pt x="64409" y="30120"/>
                      <a:pt x="64288" y="29705"/>
                      <a:pt x="64409" y="29342"/>
                    </a:cubicBezTo>
                    <a:cubicBezTo>
                      <a:pt x="64893" y="27596"/>
                      <a:pt x="65083" y="25989"/>
                      <a:pt x="62508" y="25903"/>
                    </a:cubicBezTo>
                    <a:cubicBezTo>
                      <a:pt x="62249" y="25903"/>
                      <a:pt x="61938" y="25644"/>
                      <a:pt x="61748" y="25436"/>
                    </a:cubicBezTo>
                    <a:cubicBezTo>
                      <a:pt x="61084" y="24759"/>
                      <a:pt x="60400" y="24243"/>
                      <a:pt x="59552" y="24243"/>
                    </a:cubicBezTo>
                    <a:cubicBezTo>
                      <a:pt x="59252" y="24243"/>
                      <a:pt x="58932" y="24307"/>
                      <a:pt x="58585" y="24451"/>
                    </a:cubicBezTo>
                    <a:cubicBezTo>
                      <a:pt x="58566" y="24457"/>
                      <a:pt x="58545" y="24459"/>
                      <a:pt x="58523" y="24459"/>
                    </a:cubicBezTo>
                    <a:cubicBezTo>
                      <a:pt x="58409" y="24459"/>
                      <a:pt x="58269" y="24394"/>
                      <a:pt x="58153" y="24365"/>
                    </a:cubicBezTo>
                    <a:cubicBezTo>
                      <a:pt x="58758" y="23501"/>
                      <a:pt x="57687" y="22429"/>
                      <a:pt x="58827" y="21462"/>
                    </a:cubicBezTo>
                    <a:cubicBezTo>
                      <a:pt x="61800" y="18990"/>
                      <a:pt x="65757" y="18558"/>
                      <a:pt x="68781" y="16294"/>
                    </a:cubicBezTo>
                    <a:lnTo>
                      <a:pt x="69455" y="15828"/>
                    </a:lnTo>
                    <a:cubicBezTo>
                      <a:pt x="70337" y="15586"/>
                      <a:pt x="71218" y="15206"/>
                      <a:pt x="72117" y="15119"/>
                    </a:cubicBezTo>
                    <a:cubicBezTo>
                      <a:pt x="74346" y="14912"/>
                      <a:pt x="75331" y="13910"/>
                      <a:pt x="75262" y="11767"/>
                    </a:cubicBezTo>
                    <a:cubicBezTo>
                      <a:pt x="75262" y="11596"/>
                      <a:pt x="75299" y="11543"/>
                      <a:pt x="75353" y="11543"/>
                    </a:cubicBezTo>
                    <a:cubicBezTo>
                      <a:pt x="75441" y="11543"/>
                      <a:pt x="75574" y="11687"/>
                      <a:pt x="75659" y="11698"/>
                    </a:cubicBezTo>
                    <a:cubicBezTo>
                      <a:pt x="76835" y="11749"/>
                      <a:pt x="77733" y="12683"/>
                      <a:pt x="78943" y="12752"/>
                    </a:cubicBezTo>
                    <a:cubicBezTo>
                      <a:pt x="79461" y="12769"/>
                      <a:pt x="79945" y="13391"/>
                      <a:pt x="80412" y="13789"/>
                    </a:cubicBezTo>
                    <a:cubicBezTo>
                      <a:pt x="80395" y="13944"/>
                      <a:pt x="80325" y="14082"/>
                      <a:pt x="80204" y="14203"/>
                    </a:cubicBezTo>
                    <a:cubicBezTo>
                      <a:pt x="79099" y="14649"/>
                      <a:pt x="78211" y="15599"/>
                      <a:pt x="76924" y="15599"/>
                    </a:cubicBezTo>
                    <a:cubicBezTo>
                      <a:pt x="76763" y="15599"/>
                      <a:pt x="76595" y="15584"/>
                      <a:pt x="76420" y="15551"/>
                    </a:cubicBezTo>
                    <a:cubicBezTo>
                      <a:pt x="76325" y="15534"/>
                      <a:pt x="76229" y="15525"/>
                      <a:pt x="76135" y="15525"/>
                    </a:cubicBezTo>
                    <a:cubicBezTo>
                      <a:pt x="75478" y="15525"/>
                      <a:pt x="74895" y="15947"/>
                      <a:pt x="74985" y="16778"/>
                    </a:cubicBezTo>
                    <a:cubicBezTo>
                      <a:pt x="75041" y="17437"/>
                      <a:pt x="75422" y="17620"/>
                      <a:pt x="75866" y="17620"/>
                    </a:cubicBezTo>
                    <a:cubicBezTo>
                      <a:pt x="76109" y="17620"/>
                      <a:pt x="76372" y="17565"/>
                      <a:pt x="76610" y="17504"/>
                    </a:cubicBezTo>
                    <a:cubicBezTo>
                      <a:pt x="76822" y="17451"/>
                      <a:pt x="77015" y="17425"/>
                      <a:pt x="77193" y="17425"/>
                    </a:cubicBezTo>
                    <a:cubicBezTo>
                      <a:pt x="77828" y="17425"/>
                      <a:pt x="78286" y="17750"/>
                      <a:pt x="78839" y="18316"/>
                    </a:cubicBezTo>
                    <a:cubicBezTo>
                      <a:pt x="79617" y="19094"/>
                      <a:pt x="80723" y="19612"/>
                      <a:pt x="81794" y="19993"/>
                    </a:cubicBezTo>
                    <a:cubicBezTo>
                      <a:pt x="81906" y="20034"/>
                      <a:pt x="82005" y="20053"/>
                      <a:pt x="82094" y="20053"/>
                    </a:cubicBezTo>
                    <a:cubicBezTo>
                      <a:pt x="82595" y="20053"/>
                      <a:pt x="82747" y="19445"/>
                      <a:pt x="82762" y="18887"/>
                    </a:cubicBezTo>
                    <a:cubicBezTo>
                      <a:pt x="82805" y="18878"/>
                      <a:pt x="82849" y="18874"/>
                      <a:pt x="82892" y="18874"/>
                    </a:cubicBezTo>
                    <a:cubicBezTo>
                      <a:pt x="82935" y="18874"/>
                      <a:pt x="82978" y="18878"/>
                      <a:pt x="83021" y="18887"/>
                    </a:cubicBezTo>
                    <a:cubicBezTo>
                      <a:pt x="83375" y="18985"/>
                      <a:pt x="83662" y="19030"/>
                      <a:pt x="83892" y="19030"/>
                    </a:cubicBezTo>
                    <a:cubicBezTo>
                      <a:pt x="85038" y="19030"/>
                      <a:pt x="84816" y="17932"/>
                      <a:pt x="84629" y="16882"/>
                    </a:cubicBezTo>
                    <a:cubicBezTo>
                      <a:pt x="84577" y="16588"/>
                      <a:pt x="84404" y="16122"/>
                      <a:pt x="84525" y="16018"/>
                    </a:cubicBezTo>
                    <a:cubicBezTo>
                      <a:pt x="84606" y="15948"/>
                      <a:pt x="84680" y="15920"/>
                      <a:pt x="84749" y="15920"/>
                    </a:cubicBezTo>
                    <a:cubicBezTo>
                      <a:pt x="84985" y="15920"/>
                      <a:pt x="85161" y="16252"/>
                      <a:pt x="85389" y="16346"/>
                    </a:cubicBezTo>
                    <a:cubicBezTo>
                      <a:pt x="85637" y="16436"/>
                      <a:pt x="85876" y="16474"/>
                      <a:pt x="86110" y="16474"/>
                    </a:cubicBezTo>
                    <a:cubicBezTo>
                      <a:pt x="86771" y="16474"/>
                      <a:pt x="87381" y="16174"/>
                      <a:pt x="87981" y="15931"/>
                    </a:cubicBezTo>
                    <a:cubicBezTo>
                      <a:pt x="88344" y="15793"/>
                      <a:pt x="88500" y="15275"/>
                      <a:pt x="88258" y="15033"/>
                    </a:cubicBezTo>
                    <a:cubicBezTo>
                      <a:pt x="87065" y="13754"/>
                      <a:pt x="85976" y="12406"/>
                      <a:pt x="84819" y="11110"/>
                    </a:cubicBezTo>
                    <a:cubicBezTo>
                      <a:pt x="84162" y="10350"/>
                      <a:pt x="83160" y="9779"/>
                      <a:pt x="82537" y="8915"/>
                    </a:cubicBezTo>
                    <a:cubicBezTo>
                      <a:pt x="82209" y="8379"/>
                      <a:pt x="81639" y="8034"/>
                      <a:pt x="81017" y="7999"/>
                    </a:cubicBezTo>
                    <a:cubicBezTo>
                      <a:pt x="80983" y="7995"/>
                      <a:pt x="80950" y="7994"/>
                      <a:pt x="80916" y="7994"/>
                    </a:cubicBezTo>
                    <a:cubicBezTo>
                      <a:pt x="80688" y="7994"/>
                      <a:pt x="80453" y="8074"/>
                      <a:pt x="80228" y="8074"/>
                    </a:cubicBezTo>
                    <a:cubicBezTo>
                      <a:pt x="80056" y="8074"/>
                      <a:pt x="79890" y="8027"/>
                      <a:pt x="79738" y="7861"/>
                    </a:cubicBezTo>
                    <a:cubicBezTo>
                      <a:pt x="80170" y="7757"/>
                      <a:pt x="80602" y="7654"/>
                      <a:pt x="81017" y="7585"/>
                    </a:cubicBezTo>
                    <a:cubicBezTo>
                      <a:pt x="81518" y="7481"/>
                      <a:pt x="82192" y="7567"/>
                      <a:pt x="82226" y="6859"/>
                    </a:cubicBezTo>
                    <a:cubicBezTo>
                      <a:pt x="82278" y="6202"/>
                      <a:pt x="81673" y="6167"/>
                      <a:pt x="81207" y="6046"/>
                    </a:cubicBezTo>
                    <a:cubicBezTo>
                      <a:pt x="81086" y="6012"/>
                      <a:pt x="80948" y="5960"/>
                      <a:pt x="80844" y="5891"/>
                    </a:cubicBezTo>
                    <a:cubicBezTo>
                      <a:pt x="80958" y="5878"/>
                      <a:pt x="81101" y="5837"/>
                      <a:pt x="81223" y="5837"/>
                    </a:cubicBezTo>
                    <a:cubicBezTo>
                      <a:pt x="81267" y="5837"/>
                      <a:pt x="81309" y="5843"/>
                      <a:pt x="81345" y="5856"/>
                    </a:cubicBezTo>
                    <a:cubicBezTo>
                      <a:pt x="81816" y="6065"/>
                      <a:pt x="82272" y="6151"/>
                      <a:pt x="82714" y="6151"/>
                    </a:cubicBezTo>
                    <a:cubicBezTo>
                      <a:pt x="83993" y="6151"/>
                      <a:pt x="85157" y="5437"/>
                      <a:pt x="86236" y="4923"/>
                    </a:cubicBezTo>
                    <a:cubicBezTo>
                      <a:pt x="89182" y="3528"/>
                      <a:pt x="92334" y="3094"/>
                      <a:pt x="95401" y="2235"/>
                    </a:cubicBezTo>
                    <a:lnTo>
                      <a:pt x="95401" y="2235"/>
                    </a:lnTo>
                    <a:cubicBezTo>
                      <a:pt x="93986" y="3267"/>
                      <a:pt x="92263" y="3834"/>
                      <a:pt x="90504" y="3834"/>
                    </a:cubicBezTo>
                    <a:cubicBezTo>
                      <a:pt x="90401" y="3834"/>
                      <a:pt x="90295" y="3831"/>
                      <a:pt x="90191" y="3831"/>
                    </a:cubicBezTo>
                    <a:cubicBezTo>
                      <a:pt x="89827" y="3831"/>
                      <a:pt x="89479" y="3873"/>
                      <a:pt x="89277" y="4249"/>
                    </a:cubicBezTo>
                    <a:cubicBezTo>
                      <a:pt x="89018" y="4802"/>
                      <a:pt x="89467" y="5113"/>
                      <a:pt x="89744" y="5528"/>
                    </a:cubicBezTo>
                    <a:cubicBezTo>
                      <a:pt x="90251" y="6307"/>
                      <a:pt x="90887" y="6586"/>
                      <a:pt x="91608" y="6586"/>
                    </a:cubicBezTo>
                    <a:cubicBezTo>
                      <a:pt x="91943" y="6586"/>
                      <a:pt x="92297" y="6525"/>
                      <a:pt x="92664" y="6427"/>
                    </a:cubicBezTo>
                    <a:cubicBezTo>
                      <a:pt x="93037" y="6322"/>
                      <a:pt x="93404" y="6272"/>
                      <a:pt x="93755" y="6272"/>
                    </a:cubicBezTo>
                    <a:cubicBezTo>
                      <a:pt x="95314" y="6272"/>
                      <a:pt x="96561" y="7243"/>
                      <a:pt x="96518" y="8639"/>
                    </a:cubicBezTo>
                    <a:cubicBezTo>
                      <a:pt x="96501" y="9123"/>
                      <a:pt x="96000" y="9710"/>
                      <a:pt x="96155" y="10073"/>
                    </a:cubicBezTo>
                    <a:cubicBezTo>
                      <a:pt x="96656" y="11300"/>
                      <a:pt x="95758" y="12302"/>
                      <a:pt x="95378" y="13045"/>
                    </a:cubicBezTo>
                    <a:cubicBezTo>
                      <a:pt x="94393" y="15016"/>
                      <a:pt x="93649" y="16709"/>
                      <a:pt x="95412" y="18541"/>
                    </a:cubicBezTo>
                    <a:cubicBezTo>
                      <a:pt x="95602" y="18714"/>
                      <a:pt x="95723" y="18938"/>
                      <a:pt x="95758" y="19180"/>
                    </a:cubicBezTo>
                    <a:cubicBezTo>
                      <a:pt x="95810" y="21358"/>
                      <a:pt x="97901" y="20788"/>
                      <a:pt x="99007" y="21479"/>
                    </a:cubicBezTo>
                    <a:cubicBezTo>
                      <a:pt x="99192" y="21597"/>
                      <a:pt x="99367" y="21648"/>
                      <a:pt x="99531" y="21648"/>
                    </a:cubicBezTo>
                    <a:cubicBezTo>
                      <a:pt x="100207" y="21648"/>
                      <a:pt x="100708" y="20784"/>
                      <a:pt x="101098" y="20200"/>
                    </a:cubicBezTo>
                    <a:cubicBezTo>
                      <a:pt x="102256" y="18472"/>
                      <a:pt x="104088" y="17055"/>
                      <a:pt x="105729" y="16536"/>
                    </a:cubicBezTo>
                    <a:cubicBezTo>
                      <a:pt x="109220" y="15396"/>
                      <a:pt x="112486" y="13547"/>
                      <a:pt x="116254" y="13115"/>
                    </a:cubicBezTo>
                    <a:cubicBezTo>
                      <a:pt x="117965" y="12907"/>
                      <a:pt x="119935" y="12320"/>
                      <a:pt x="120021" y="9883"/>
                    </a:cubicBezTo>
                    <a:cubicBezTo>
                      <a:pt x="120021" y="9693"/>
                      <a:pt x="120349" y="9485"/>
                      <a:pt x="120557" y="9330"/>
                    </a:cubicBezTo>
                    <a:cubicBezTo>
                      <a:pt x="121663" y="8552"/>
                      <a:pt x="123132" y="8034"/>
                      <a:pt x="122631" y="6202"/>
                    </a:cubicBezTo>
                    <a:cubicBezTo>
                      <a:pt x="122594" y="6055"/>
                      <a:pt x="122626" y="6020"/>
                      <a:pt x="122682" y="6020"/>
                    </a:cubicBezTo>
                    <a:cubicBezTo>
                      <a:pt x="122731" y="6020"/>
                      <a:pt x="122799" y="6046"/>
                      <a:pt x="122855" y="6046"/>
                    </a:cubicBezTo>
                    <a:cubicBezTo>
                      <a:pt x="122928" y="6051"/>
                      <a:pt x="122998" y="6053"/>
                      <a:pt x="123064" y="6053"/>
                    </a:cubicBezTo>
                    <a:cubicBezTo>
                      <a:pt x="124269" y="6053"/>
                      <a:pt x="124381" y="5321"/>
                      <a:pt x="123840" y="4387"/>
                    </a:cubicBezTo>
                    <a:cubicBezTo>
                      <a:pt x="123581" y="3921"/>
                      <a:pt x="123875" y="3955"/>
                      <a:pt x="124048" y="3817"/>
                    </a:cubicBezTo>
                    <a:cubicBezTo>
                      <a:pt x="125240" y="2867"/>
                      <a:pt x="126640" y="2728"/>
                      <a:pt x="128092" y="2659"/>
                    </a:cubicBezTo>
                    <a:cubicBezTo>
                      <a:pt x="128575" y="2625"/>
                      <a:pt x="129180" y="2521"/>
                      <a:pt x="129249" y="1934"/>
                    </a:cubicBezTo>
                    <a:cubicBezTo>
                      <a:pt x="129301" y="1363"/>
                      <a:pt x="128714" y="1242"/>
                      <a:pt x="128299" y="1190"/>
                    </a:cubicBezTo>
                    <a:cubicBezTo>
                      <a:pt x="125707" y="948"/>
                      <a:pt x="123132" y="430"/>
                      <a:pt x="120557" y="171"/>
                    </a:cubicBezTo>
                    <a:cubicBezTo>
                      <a:pt x="119360" y="50"/>
                      <a:pt x="118163" y="0"/>
                      <a:pt x="11696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43" name="Google Shape;4643;p64"/>
              <p:cNvSpPr/>
              <p:nvPr/>
            </p:nvSpPr>
            <p:spPr>
              <a:xfrm>
                <a:off x="1581325" y="1051125"/>
                <a:ext cx="283000" cy="91675"/>
              </a:xfrm>
              <a:custGeom>
                <a:avLst/>
                <a:gdLst/>
                <a:ahLst/>
                <a:cxnLst/>
                <a:rect l="l" t="t" r="r" b="b"/>
                <a:pathLst>
                  <a:path w="11320" h="3667" extrusionOk="0">
                    <a:moveTo>
                      <a:pt x="6214" y="0"/>
                    </a:moveTo>
                    <a:cubicBezTo>
                      <a:pt x="5926" y="0"/>
                      <a:pt x="5584" y="48"/>
                      <a:pt x="5219" y="71"/>
                    </a:cubicBezTo>
                    <a:cubicBezTo>
                      <a:pt x="5082" y="56"/>
                      <a:pt x="4943" y="49"/>
                      <a:pt x="4804" y="49"/>
                    </a:cubicBezTo>
                    <a:cubicBezTo>
                      <a:pt x="3493" y="49"/>
                      <a:pt x="2115" y="667"/>
                      <a:pt x="709" y="1073"/>
                    </a:cubicBezTo>
                    <a:cubicBezTo>
                      <a:pt x="432" y="1177"/>
                      <a:pt x="208" y="1401"/>
                      <a:pt x="69" y="1678"/>
                    </a:cubicBezTo>
                    <a:cubicBezTo>
                      <a:pt x="0" y="1781"/>
                      <a:pt x="242" y="2213"/>
                      <a:pt x="363" y="2231"/>
                    </a:cubicBezTo>
                    <a:cubicBezTo>
                      <a:pt x="2163" y="2438"/>
                      <a:pt x="3786" y="3667"/>
                      <a:pt x="5640" y="3667"/>
                    </a:cubicBezTo>
                    <a:cubicBezTo>
                      <a:pt x="6100" y="3667"/>
                      <a:pt x="6574" y="3591"/>
                      <a:pt x="7068" y="3406"/>
                    </a:cubicBezTo>
                    <a:cubicBezTo>
                      <a:pt x="7396" y="3281"/>
                      <a:pt x="7767" y="3236"/>
                      <a:pt x="8142" y="3236"/>
                    </a:cubicBezTo>
                    <a:cubicBezTo>
                      <a:pt x="8439" y="3236"/>
                      <a:pt x="8738" y="3264"/>
                      <a:pt x="9021" y="3302"/>
                    </a:cubicBezTo>
                    <a:cubicBezTo>
                      <a:pt x="9277" y="3340"/>
                      <a:pt x="9523" y="3370"/>
                      <a:pt x="9759" y="3370"/>
                    </a:cubicBezTo>
                    <a:cubicBezTo>
                      <a:pt x="10271" y="3370"/>
                      <a:pt x="10728" y="3229"/>
                      <a:pt x="11095" y="2732"/>
                    </a:cubicBezTo>
                    <a:cubicBezTo>
                      <a:pt x="11320" y="2473"/>
                      <a:pt x="11268" y="2075"/>
                      <a:pt x="10991" y="1885"/>
                    </a:cubicBezTo>
                    <a:cubicBezTo>
                      <a:pt x="10479" y="1524"/>
                      <a:pt x="10006" y="1077"/>
                      <a:pt x="9430" y="1077"/>
                    </a:cubicBezTo>
                    <a:cubicBezTo>
                      <a:pt x="9151" y="1077"/>
                      <a:pt x="8847" y="1182"/>
                      <a:pt x="8503" y="1453"/>
                    </a:cubicBezTo>
                    <a:cubicBezTo>
                      <a:pt x="8280" y="1626"/>
                      <a:pt x="7919" y="1737"/>
                      <a:pt x="7612" y="1737"/>
                    </a:cubicBezTo>
                    <a:cubicBezTo>
                      <a:pt x="7277" y="1737"/>
                      <a:pt x="7006" y="1605"/>
                      <a:pt x="7051" y="1280"/>
                    </a:cubicBezTo>
                    <a:cubicBezTo>
                      <a:pt x="7179" y="207"/>
                      <a:pt x="6812" y="0"/>
                      <a:pt x="62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44" name="Google Shape;4644;p64"/>
              <p:cNvSpPr/>
              <p:nvPr/>
            </p:nvSpPr>
            <p:spPr>
              <a:xfrm>
                <a:off x="3144425" y="1319375"/>
                <a:ext cx="213450" cy="95575"/>
              </a:xfrm>
              <a:custGeom>
                <a:avLst/>
                <a:gdLst/>
                <a:ahLst/>
                <a:cxnLst/>
                <a:rect l="l" t="t" r="r" b="b"/>
                <a:pathLst>
                  <a:path w="8538" h="3823" extrusionOk="0">
                    <a:moveTo>
                      <a:pt x="6155" y="1"/>
                    </a:moveTo>
                    <a:cubicBezTo>
                      <a:pt x="6054" y="1"/>
                      <a:pt x="5950" y="7"/>
                      <a:pt x="5842" y="20"/>
                    </a:cubicBezTo>
                    <a:cubicBezTo>
                      <a:pt x="4846" y="139"/>
                      <a:pt x="3874" y="469"/>
                      <a:pt x="2859" y="469"/>
                    </a:cubicBezTo>
                    <a:cubicBezTo>
                      <a:pt x="2396" y="469"/>
                      <a:pt x="1923" y="400"/>
                      <a:pt x="1435" y="211"/>
                    </a:cubicBezTo>
                    <a:cubicBezTo>
                      <a:pt x="1292" y="150"/>
                      <a:pt x="1133" y="113"/>
                      <a:pt x="974" y="113"/>
                    </a:cubicBezTo>
                    <a:cubicBezTo>
                      <a:pt x="501" y="113"/>
                      <a:pt x="35" y="441"/>
                      <a:pt x="35" y="1438"/>
                    </a:cubicBezTo>
                    <a:cubicBezTo>
                      <a:pt x="1" y="3771"/>
                      <a:pt x="1573" y="3580"/>
                      <a:pt x="3025" y="3822"/>
                    </a:cubicBezTo>
                    <a:cubicBezTo>
                      <a:pt x="4338" y="3753"/>
                      <a:pt x="5617" y="3408"/>
                      <a:pt x="6792" y="2837"/>
                    </a:cubicBezTo>
                    <a:cubicBezTo>
                      <a:pt x="7415" y="2526"/>
                      <a:pt x="8538" y="2474"/>
                      <a:pt x="8192" y="1541"/>
                    </a:cubicBezTo>
                    <a:cubicBezTo>
                      <a:pt x="7892" y="720"/>
                      <a:pt x="7218" y="1"/>
                      <a:pt x="615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45" name="Google Shape;4645;p64"/>
              <p:cNvSpPr/>
              <p:nvPr/>
            </p:nvSpPr>
            <p:spPr>
              <a:xfrm>
                <a:off x="1453000" y="2509000"/>
                <a:ext cx="263575" cy="113100"/>
              </a:xfrm>
              <a:custGeom>
                <a:avLst/>
                <a:gdLst/>
                <a:ahLst/>
                <a:cxnLst/>
                <a:rect l="l" t="t" r="r" b="b"/>
                <a:pathLst>
                  <a:path w="10543" h="4524" extrusionOk="0">
                    <a:moveTo>
                      <a:pt x="3451" y="1"/>
                    </a:moveTo>
                    <a:cubicBezTo>
                      <a:pt x="2445" y="1"/>
                      <a:pt x="1486" y="228"/>
                      <a:pt x="761" y="702"/>
                    </a:cubicBezTo>
                    <a:cubicBezTo>
                      <a:pt x="398" y="927"/>
                      <a:pt x="1" y="1186"/>
                      <a:pt x="243" y="1687"/>
                    </a:cubicBezTo>
                    <a:cubicBezTo>
                      <a:pt x="390" y="1972"/>
                      <a:pt x="609" y="2083"/>
                      <a:pt x="855" y="2083"/>
                    </a:cubicBezTo>
                    <a:cubicBezTo>
                      <a:pt x="1012" y="2083"/>
                      <a:pt x="1180" y="2038"/>
                      <a:pt x="1349" y="1964"/>
                    </a:cubicBezTo>
                    <a:cubicBezTo>
                      <a:pt x="1677" y="1828"/>
                      <a:pt x="1990" y="1776"/>
                      <a:pt x="2298" y="1776"/>
                    </a:cubicBezTo>
                    <a:cubicBezTo>
                      <a:pt x="2932" y="1776"/>
                      <a:pt x="3543" y="1997"/>
                      <a:pt x="4217" y="2171"/>
                    </a:cubicBezTo>
                    <a:cubicBezTo>
                      <a:pt x="5708" y="2540"/>
                      <a:pt x="6405" y="4523"/>
                      <a:pt x="7868" y="4523"/>
                    </a:cubicBezTo>
                    <a:cubicBezTo>
                      <a:pt x="8118" y="4523"/>
                      <a:pt x="8391" y="4465"/>
                      <a:pt x="8693" y="4332"/>
                    </a:cubicBezTo>
                    <a:cubicBezTo>
                      <a:pt x="8824" y="4337"/>
                      <a:pt x="8947" y="4340"/>
                      <a:pt x="9062" y="4340"/>
                    </a:cubicBezTo>
                    <a:cubicBezTo>
                      <a:pt x="10032" y="4340"/>
                      <a:pt x="10475" y="4144"/>
                      <a:pt x="10491" y="3727"/>
                    </a:cubicBezTo>
                    <a:cubicBezTo>
                      <a:pt x="10542" y="2897"/>
                      <a:pt x="9817" y="2724"/>
                      <a:pt x="9264" y="2517"/>
                    </a:cubicBezTo>
                    <a:cubicBezTo>
                      <a:pt x="8711" y="2292"/>
                      <a:pt x="8209" y="1964"/>
                      <a:pt x="7777" y="1567"/>
                    </a:cubicBezTo>
                    <a:cubicBezTo>
                      <a:pt x="6685" y="547"/>
                      <a:pt x="5011" y="1"/>
                      <a:pt x="34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46" name="Google Shape;4646;p64"/>
              <p:cNvSpPr/>
              <p:nvPr/>
            </p:nvSpPr>
            <p:spPr>
              <a:xfrm>
                <a:off x="1880725" y="1020350"/>
                <a:ext cx="162025" cy="112025"/>
              </a:xfrm>
              <a:custGeom>
                <a:avLst/>
                <a:gdLst/>
                <a:ahLst/>
                <a:cxnLst/>
                <a:rect l="l" t="t" r="r" b="b"/>
                <a:pathLst>
                  <a:path w="6481" h="4481" extrusionOk="0">
                    <a:moveTo>
                      <a:pt x="4294" y="0"/>
                    </a:moveTo>
                    <a:cubicBezTo>
                      <a:pt x="4062" y="0"/>
                      <a:pt x="3818" y="44"/>
                      <a:pt x="3560" y="144"/>
                    </a:cubicBezTo>
                    <a:cubicBezTo>
                      <a:pt x="3094" y="317"/>
                      <a:pt x="2593" y="541"/>
                      <a:pt x="2886" y="1198"/>
                    </a:cubicBezTo>
                    <a:cubicBezTo>
                      <a:pt x="3042" y="1509"/>
                      <a:pt x="3232" y="1820"/>
                      <a:pt x="3457" y="2114"/>
                    </a:cubicBezTo>
                    <a:cubicBezTo>
                      <a:pt x="3147" y="2260"/>
                      <a:pt x="2851" y="2348"/>
                      <a:pt x="2545" y="2348"/>
                    </a:cubicBezTo>
                    <a:cubicBezTo>
                      <a:pt x="2270" y="2348"/>
                      <a:pt x="1987" y="2277"/>
                      <a:pt x="1677" y="2114"/>
                    </a:cubicBezTo>
                    <a:cubicBezTo>
                      <a:pt x="1531" y="2037"/>
                      <a:pt x="1393" y="2002"/>
                      <a:pt x="1262" y="2002"/>
                    </a:cubicBezTo>
                    <a:cubicBezTo>
                      <a:pt x="867" y="2002"/>
                      <a:pt x="545" y="2320"/>
                      <a:pt x="311" y="2736"/>
                    </a:cubicBezTo>
                    <a:cubicBezTo>
                      <a:pt x="0" y="3289"/>
                      <a:pt x="467" y="3479"/>
                      <a:pt x="813" y="3807"/>
                    </a:cubicBezTo>
                    <a:cubicBezTo>
                      <a:pt x="1327" y="4309"/>
                      <a:pt x="1837" y="4480"/>
                      <a:pt x="2344" y="4480"/>
                    </a:cubicBezTo>
                    <a:cubicBezTo>
                      <a:pt x="3164" y="4480"/>
                      <a:pt x="3976" y="4032"/>
                      <a:pt x="4787" y="3807"/>
                    </a:cubicBezTo>
                    <a:lnTo>
                      <a:pt x="5081" y="3514"/>
                    </a:lnTo>
                    <a:cubicBezTo>
                      <a:pt x="5237" y="2788"/>
                      <a:pt x="5098" y="1924"/>
                      <a:pt x="6204" y="1734"/>
                    </a:cubicBezTo>
                    <a:cubicBezTo>
                      <a:pt x="6464" y="1699"/>
                      <a:pt x="6481" y="1129"/>
                      <a:pt x="6222" y="921"/>
                    </a:cubicBezTo>
                    <a:cubicBezTo>
                      <a:pt x="5644" y="436"/>
                      <a:pt x="5027" y="0"/>
                      <a:pt x="429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47" name="Google Shape;4647;p64"/>
              <p:cNvSpPr/>
              <p:nvPr/>
            </p:nvSpPr>
            <p:spPr>
              <a:xfrm>
                <a:off x="1688900" y="2603450"/>
                <a:ext cx="165050" cy="73950"/>
              </a:xfrm>
              <a:custGeom>
                <a:avLst/>
                <a:gdLst/>
                <a:ahLst/>
                <a:cxnLst/>
                <a:rect l="l" t="t" r="r" b="b"/>
                <a:pathLst>
                  <a:path w="6602" h="2958" extrusionOk="0">
                    <a:moveTo>
                      <a:pt x="2842" y="0"/>
                    </a:moveTo>
                    <a:cubicBezTo>
                      <a:pt x="2588" y="0"/>
                      <a:pt x="2332" y="28"/>
                      <a:pt x="2074" y="87"/>
                    </a:cubicBezTo>
                    <a:cubicBezTo>
                      <a:pt x="1452" y="225"/>
                      <a:pt x="1055" y="1331"/>
                      <a:pt x="225" y="1694"/>
                    </a:cubicBezTo>
                    <a:cubicBezTo>
                      <a:pt x="0" y="1798"/>
                      <a:pt x="277" y="2247"/>
                      <a:pt x="536" y="2454"/>
                    </a:cubicBezTo>
                    <a:cubicBezTo>
                      <a:pt x="957" y="2789"/>
                      <a:pt x="2162" y="2958"/>
                      <a:pt x="3373" y="2958"/>
                    </a:cubicBezTo>
                    <a:cubicBezTo>
                      <a:pt x="4599" y="2958"/>
                      <a:pt x="5830" y="2785"/>
                      <a:pt x="6256" y="2437"/>
                    </a:cubicBezTo>
                    <a:cubicBezTo>
                      <a:pt x="6395" y="2282"/>
                      <a:pt x="6515" y="2109"/>
                      <a:pt x="6602" y="1919"/>
                    </a:cubicBezTo>
                    <a:cubicBezTo>
                      <a:pt x="6481" y="1711"/>
                      <a:pt x="6429" y="1469"/>
                      <a:pt x="6291" y="1366"/>
                    </a:cubicBezTo>
                    <a:cubicBezTo>
                      <a:pt x="5231" y="636"/>
                      <a:pt x="4065" y="0"/>
                      <a:pt x="284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48" name="Google Shape;4648;p64"/>
              <p:cNvSpPr/>
              <p:nvPr/>
            </p:nvSpPr>
            <p:spPr>
              <a:xfrm>
                <a:off x="1922200" y="1344925"/>
                <a:ext cx="129625" cy="64525"/>
              </a:xfrm>
              <a:custGeom>
                <a:avLst/>
                <a:gdLst/>
                <a:ahLst/>
                <a:cxnLst/>
                <a:rect l="l" t="t" r="r" b="b"/>
                <a:pathLst>
                  <a:path w="5185" h="2581" extrusionOk="0">
                    <a:moveTo>
                      <a:pt x="1901" y="1"/>
                    </a:moveTo>
                    <a:lnTo>
                      <a:pt x="1227" y="467"/>
                    </a:lnTo>
                    <a:cubicBezTo>
                      <a:pt x="934" y="1020"/>
                      <a:pt x="0" y="1383"/>
                      <a:pt x="415" y="2144"/>
                    </a:cubicBezTo>
                    <a:cubicBezTo>
                      <a:pt x="602" y="2475"/>
                      <a:pt x="838" y="2581"/>
                      <a:pt x="1096" y="2581"/>
                    </a:cubicBezTo>
                    <a:cubicBezTo>
                      <a:pt x="1482" y="2581"/>
                      <a:pt x="1915" y="2344"/>
                      <a:pt x="2299" y="2282"/>
                    </a:cubicBezTo>
                    <a:cubicBezTo>
                      <a:pt x="2552" y="2236"/>
                      <a:pt x="2806" y="2213"/>
                      <a:pt x="3064" y="2213"/>
                    </a:cubicBezTo>
                    <a:cubicBezTo>
                      <a:pt x="3194" y="2213"/>
                      <a:pt x="3324" y="2219"/>
                      <a:pt x="3457" y="2230"/>
                    </a:cubicBezTo>
                    <a:cubicBezTo>
                      <a:pt x="3730" y="2245"/>
                      <a:pt x="4039" y="2324"/>
                      <a:pt x="4314" y="2324"/>
                    </a:cubicBezTo>
                    <a:cubicBezTo>
                      <a:pt x="4665" y="2324"/>
                      <a:pt x="4959" y="2195"/>
                      <a:pt x="5047" y="1643"/>
                    </a:cubicBezTo>
                    <a:cubicBezTo>
                      <a:pt x="5185" y="744"/>
                      <a:pt x="4563" y="277"/>
                      <a:pt x="3768" y="122"/>
                    </a:cubicBezTo>
                    <a:cubicBezTo>
                      <a:pt x="3146" y="35"/>
                      <a:pt x="2523" y="1"/>
                      <a:pt x="19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49" name="Google Shape;4649;p64"/>
              <p:cNvSpPr/>
              <p:nvPr/>
            </p:nvSpPr>
            <p:spPr>
              <a:xfrm>
                <a:off x="1787825" y="1030550"/>
                <a:ext cx="94250" cy="44825"/>
              </a:xfrm>
              <a:custGeom>
                <a:avLst/>
                <a:gdLst/>
                <a:ahLst/>
                <a:cxnLst/>
                <a:rect l="l" t="t" r="r" b="b"/>
                <a:pathLst>
                  <a:path w="3770" h="1793" extrusionOk="0">
                    <a:moveTo>
                      <a:pt x="2929" y="0"/>
                    </a:moveTo>
                    <a:cubicBezTo>
                      <a:pt x="2800" y="0"/>
                      <a:pt x="2676" y="17"/>
                      <a:pt x="2576" y="47"/>
                    </a:cubicBezTo>
                    <a:cubicBezTo>
                      <a:pt x="2412" y="93"/>
                      <a:pt x="2229" y="105"/>
                      <a:pt x="2039" y="105"/>
                    </a:cubicBezTo>
                    <a:cubicBezTo>
                      <a:pt x="1817" y="105"/>
                      <a:pt x="1584" y="88"/>
                      <a:pt x="1360" y="88"/>
                    </a:cubicBezTo>
                    <a:cubicBezTo>
                      <a:pt x="763" y="88"/>
                      <a:pt x="227" y="208"/>
                      <a:pt x="105" y="1084"/>
                    </a:cubicBezTo>
                    <a:cubicBezTo>
                      <a:pt x="1" y="1792"/>
                      <a:pt x="865" y="1688"/>
                      <a:pt x="1504" y="1740"/>
                    </a:cubicBezTo>
                    <a:cubicBezTo>
                      <a:pt x="2265" y="1568"/>
                      <a:pt x="3405" y="1792"/>
                      <a:pt x="3665" y="652"/>
                    </a:cubicBezTo>
                    <a:cubicBezTo>
                      <a:pt x="3769" y="167"/>
                      <a:pt x="3329" y="0"/>
                      <a:pt x="292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50" name="Google Shape;4650;p64"/>
              <p:cNvSpPr/>
              <p:nvPr/>
            </p:nvSpPr>
            <p:spPr>
              <a:xfrm>
                <a:off x="1870350" y="2639275"/>
                <a:ext cx="59225" cy="44325"/>
              </a:xfrm>
              <a:custGeom>
                <a:avLst/>
                <a:gdLst/>
                <a:ahLst/>
                <a:cxnLst/>
                <a:rect l="l" t="t" r="r" b="b"/>
                <a:pathLst>
                  <a:path w="2369" h="1773" extrusionOk="0">
                    <a:moveTo>
                      <a:pt x="922" y="1"/>
                    </a:moveTo>
                    <a:cubicBezTo>
                      <a:pt x="435" y="1"/>
                      <a:pt x="1" y="156"/>
                      <a:pt x="1" y="762"/>
                    </a:cubicBezTo>
                    <a:cubicBezTo>
                      <a:pt x="1" y="1414"/>
                      <a:pt x="337" y="1773"/>
                      <a:pt x="982" y="1773"/>
                    </a:cubicBezTo>
                    <a:cubicBezTo>
                      <a:pt x="1038" y="1773"/>
                      <a:pt x="1097" y="1770"/>
                      <a:pt x="1158" y="1765"/>
                    </a:cubicBezTo>
                    <a:cubicBezTo>
                      <a:pt x="1711" y="1730"/>
                      <a:pt x="2368" y="1678"/>
                      <a:pt x="2299" y="901"/>
                    </a:cubicBezTo>
                    <a:cubicBezTo>
                      <a:pt x="2264" y="175"/>
                      <a:pt x="1642" y="2"/>
                      <a:pt x="1003" y="2"/>
                    </a:cubicBezTo>
                    <a:cubicBezTo>
                      <a:pt x="976" y="1"/>
                      <a:pt x="949" y="1"/>
                      <a:pt x="92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51" name="Google Shape;4651;p64"/>
              <p:cNvSpPr/>
              <p:nvPr/>
            </p:nvSpPr>
            <p:spPr>
              <a:xfrm>
                <a:off x="2264800" y="4630125"/>
                <a:ext cx="62675" cy="39225"/>
              </a:xfrm>
              <a:custGeom>
                <a:avLst/>
                <a:gdLst/>
                <a:ahLst/>
                <a:cxnLst/>
                <a:rect l="l" t="t" r="r" b="b"/>
                <a:pathLst>
                  <a:path w="2507" h="1569" extrusionOk="0">
                    <a:moveTo>
                      <a:pt x="1176" y="52"/>
                    </a:moveTo>
                    <a:cubicBezTo>
                      <a:pt x="675" y="87"/>
                      <a:pt x="1" y="1"/>
                      <a:pt x="1" y="813"/>
                    </a:cubicBezTo>
                    <a:cubicBezTo>
                      <a:pt x="1" y="1241"/>
                      <a:pt x="341" y="1568"/>
                      <a:pt x="742" y="1568"/>
                    </a:cubicBezTo>
                    <a:cubicBezTo>
                      <a:pt x="811" y="1568"/>
                      <a:pt x="881" y="1559"/>
                      <a:pt x="951" y="1539"/>
                    </a:cubicBezTo>
                    <a:cubicBezTo>
                      <a:pt x="1077" y="1515"/>
                      <a:pt x="1221" y="1513"/>
                      <a:pt x="1369" y="1513"/>
                    </a:cubicBezTo>
                    <a:cubicBezTo>
                      <a:pt x="1403" y="1513"/>
                      <a:pt x="1437" y="1513"/>
                      <a:pt x="1471" y="1513"/>
                    </a:cubicBezTo>
                    <a:cubicBezTo>
                      <a:pt x="1947" y="1513"/>
                      <a:pt x="2434" y="1491"/>
                      <a:pt x="2472" y="830"/>
                    </a:cubicBezTo>
                    <a:cubicBezTo>
                      <a:pt x="2506" y="52"/>
                      <a:pt x="1781" y="87"/>
                      <a:pt x="1176" y="52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52" name="Google Shape;4652;p64"/>
              <p:cNvSpPr/>
              <p:nvPr/>
            </p:nvSpPr>
            <p:spPr>
              <a:xfrm>
                <a:off x="1604225" y="2645350"/>
                <a:ext cx="56175" cy="38275"/>
              </a:xfrm>
              <a:custGeom>
                <a:avLst/>
                <a:gdLst/>
                <a:ahLst/>
                <a:cxnLst/>
                <a:rect l="l" t="t" r="r" b="b"/>
                <a:pathLst>
                  <a:path w="2247" h="1531" extrusionOk="0">
                    <a:moveTo>
                      <a:pt x="1003" y="1"/>
                    </a:moveTo>
                    <a:cubicBezTo>
                      <a:pt x="536" y="35"/>
                      <a:pt x="0" y="1"/>
                      <a:pt x="17" y="554"/>
                    </a:cubicBezTo>
                    <a:cubicBezTo>
                      <a:pt x="17" y="1297"/>
                      <a:pt x="640" y="1452"/>
                      <a:pt x="1262" y="1522"/>
                    </a:cubicBezTo>
                    <a:cubicBezTo>
                      <a:pt x="1319" y="1528"/>
                      <a:pt x="1377" y="1531"/>
                      <a:pt x="1434" y="1531"/>
                    </a:cubicBezTo>
                    <a:cubicBezTo>
                      <a:pt x="1857" y="1531"/>
                      <a:pt x="2247" y="1352"/>
                      <a:pt x="2247" y="865"/>
                    </a:cubicBezTo>
                    <a:cubicBezTo>
                      <a:pt x="2247" y="18"/>
                      <a:pt x="1504" y="139"/>
                      <a:pt x="100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53" name="Google Shape;4653;p64"/>
              <p:cNvSpPr/>
              <p:nvPr/>
            </p:nvSpPr>
            <p:spPr>
              <a:xfrm>
                <a:off x="7045475" y="3384250"/>
                <a:ext cx="47375" cy="53550"/>
              </a:xfrm>
              <a:custGeom>
                <a:avLst/>
                <a:gdLst/>
                <a:ahLst/>
                <a:cxnLst/>
                <a:rect l="l" t="t" r="r" b="b"/>
                <a:pathLst>
                  <a:path w="1895" h="2142" extrusionOk="0">
                    <a:moveTo>
                      <a:pt x="416" y="1"/>
                    </a:moveTo>
                    <a:cubicBezTo>
                      <a:pt x="93" y="1"/>
                      <a:pt x="0" y="338"/>
                      <a:pt x="63" y="618"/>
                    </a:cubicBezTo>
                    <a:cubicBezTo>
                      <a:pt x="201" y="1292"/>
                      <a:pt x="339" y="2035"/>
                      <a:pt x="1203" y="2139"/>
                    </a:cubicBezTo>
                    <a:cubicBezTo>
                      <a:pt x="1224" y="2141"/>
                      <a:pt x="1245" y="2142"/>
                      <a:pt x="1265" y="2142"/>
                    </a:cubicBezTo>
                    <a:cubicBezTo>
                      <a:pt x="1645" y="2142"/>
                      <a:pt x="1895" y="1835"/>
                      <a:pt x="1895" y="1327"/>
                    </a:cubicBezTo>
                    <a:cubicBezTo>
                      <a:pt x="1670" y="705"/>
                      <a:pt x="1273" y="169"/>
                      <a:pt x="529" y="13"/>
                    </a:cubicBezTo>
                    <a:cubicBezTo>
                      <a:pt x="489" y="5"/>
                      <a:pt x="451" y="1"/>
                      <a:pt x="4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54" name="Google Shape;4654;p64"/>
              <p:cNvSpPr/>
              <p:nvPr/>
            </p:nvSpPr>
            <p:spPr>
              <a:xfrm>
                <a:off x="4291500" y="1250400"/>
                <a:ext cx="54900" cy="37900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1516" extrusionOk="0">
                    <a:moveTo>
                      <a:pt x="1013" y="0"/>
                    </a:moveTo>
                    <a:cubicBezTo>
                      <a:pt x="676" y="0"/>
                      <a:pt x="369" y="181"/>
                      <a:pt x="190" y="464"/>
                    </a:cubicBezTo>
                    <a:cubicBezTo>
                      <a:pt x="0" y="706"/>
                      <a:pt x="35" y="1034"/>
                      <a:pt x="259" y="1224"/>
                    </a:cubicBezTo>
                    <a:cubicBezTo>
                      <a:pt x="466" y="1444"/>
                      <a:pt x="678" y="1515"/>
                      <a:pt x="892" y="1515"/>
                    </a:cubicBezTo>
                    <a:cubicBezTo>
                      <a:pt x="1233" y="1515"/>
                      <a:pt x="1579" y="1336"/>
                      <a:pt x="1919" y="1293"/>
                    </a:cubicBezTo>
                    <a:cubicBezTo>
                      <a:pt x="2195" y="567"/>
                      <a:pt x="1901" y="153"/>
                      <a:pt x="1175" y="14"/>
                    </a:cubicBezTo>
                    <a:cubicBezTo>
                      <a:pt x="1121" y="5"/>
                      <a:pt x="1066" y="0"/>
                      <a:pt x="10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55" name="Google Shape;4655;p64"/>
              <p:cNvSpPr/>
              <p:nvPr/>
            </p:nvSpPr>
            <p:spPr>
              <a:xfrm>
                <a:off x="6323375" y="3314875"/>
                <a:ext cx="50125" cy="37325"/>
              </a:xfrm>
              <a:custGeom>
                <a:avLst/>
                <a:gdLst/>
                <a:ahLst/>
                <a:cxnLst/>
                <a:rect l="l" t="t" r="r" b="b"/>
                <a:pathLst>
                  <a:path w="2005" h="1493" extrusionOk="0">
                    <a:moveTo>
                      <a:pt x="754" y="1"/>
                    </a:moveTo>
                    <a:cubicBezTo>
                      <a:pt x="409" y="1"/>
                      <a:pt x="93" y="129"/>
                      <a:pt x="52" y="542"/>
                    </a:cubicBezTo>
                    <a:cubicBezTo>
                      <a:pt x="0" y="1198"/>
                      <a:pt x="536" y="1371"/>
                      <a:pt x="1106" y="1492"/>
                    </a:cubicBezTo>
                    <a:cubicBezTo>
                      <a:pt x="1504" y="1475"/>
                      <a:pt x="1988" y="1440"/>
                      <a:pt x="1988" y="905"/>
                    </a:cubicBezTo>
                    <a:cubicBezTo>
                      <a:pt x="2005" y="317"/>
                      <a:pt x="1504" y="110"/>
                      <a:pt x="1020" y="23"/>
                    </a:cubicBezTo>
                    <a:cubicBezTo>
                      <a:pt x="932" y="9"/>
                      <a:pt x="842" y="1"/>
                      <a:pt x="75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56" name="Google Shape;4656;p64"/>
              <p:cNvSpPr/>
              <p:nvPr/>
            </p:nvSpPr>
            <p:spPr>
              <a:xfrm>
                <a:off x="6680225" y="1890750"/>
                <a:ext cx="46075" cy="42200"/>
              </a:xfrm>
              <a:custGeom>
                <a:avLst/>
                <a:gdLst/>
                <a:ahLst/>
                <a:cxnLst/>
                <a:rect l="l" t="t" r="r" b="b"/>
                <a:pathLst>
                  <a:path w="1843" h="1688" extrusionOk="0">
                    <a:moveTo>
                      <a:pt x="1376" y="1"/>
                    </a:moveTo>
                    <a:cubicBezTo>
                      <a:pt x="1345" y="1"/>
                      <a:pt x="1312" y="4"/>
                      <a:pt x="1280" y="11"/>
                    </a:cubicBezTo>
                    <a:cubicBezTo>
                      <a:pt x="675" y="29"/>
                      <a:pt x="156" y="478"/>
                      <a:pt x="70" y="1083"/>
                    </a:cubicBezTo>
                    <a:cubicBezTo>
                      <a:pt x="1" y="1446"/>
                      <a:pt x="208" y="1670"/>
                      <a:pt x="675" y="1688"/>
                    </a:cubicBezTo>
                    <a:cubicBezTo>
                      <a:pt x="1193" y="1480"/>
                      <a:pt x="1643" y="1135"/>
                      <a:pt x="1781" y="513"/>
                    </a:cubicBezTo>
                    <a:cubicBezTo>
                      <a:pt x="1843" y="250"/>
                      <a:pt x="1642" y="1"/>
                      <a:pt x="137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57" name="Google Shape;4657;p64"/>
              <p:cNvSpPr/>
              <p:nvPr/>
            </p:nvSpPr>
            <p:spPr>
              <a:xfrm>
                <a:off x="3550975" y="1955400"/>
                <a:ext cx="53600" cy="126175"/>
              </a:xfrm>
              <a:custGeom>
                <a:avLst/>
                <a:gdLst/>
                <a:ahLst/>
                <a:cxnLst/>
                <a:rect l="l" t="t" r="r" b="b"/>
                <a:pathLst>
                  <a:path w="2144" h="5047" extrusionOk="0">
                    <a:moveTo>
                      <a:pt x="1297" y="0"/>
                    </a:moveTo>
                    <a:cubicBezTo>
                      <a:pt x="778" y="0"/>
                      <a:pt x="260" y="363"/>
                      <a:pt x="364" y="795"/>
                    </a:cubicBezTo>
                    <a:cubicBezTo>
                      <a:pt x="640" y="1850"/>
                      <a:pt x="122" y="2731"/>
                      <a:pt x="1" y="3491"/>
                    </a:cubicBezTo>
                    <a:cubicBezTo>
                      <a:pt x="70" y="4338"/>
                      <a:pt x="1" y="5047"/>
                      <a:pt x="951" y="5047"/>
                    </a:cubicBezTo>
                    <a:cubicBezTo>
                      <a:pt x="1781" y="5047"/>
                      <a:pt x="1971" y="4476"/>
                      <a:pt x="2040" y="3785"/>
                    </a:cubicBezTo>
                    <a:cubicBezTo>
                      <a:pt x="2144" y="2748"/>
                      <a:pt x="1642" y="1746"/>
                      <a:pt x="1936" y="692"/>
                    </a:cubicBezTo>
                    <a:cubicBezTo>
                      <a:pt x="2023" y="381"/>
                      <a:pt x="1712" y="0"/>
                      <a:pt x="129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58" name="Google Shape;4658;p64"/>
              <p:cNvSpPr/>
              <p:nvPr/>
            </p:nvSpPr>
            <p:spPr>
              <a:xfrm>
                <a:off x="3910000" y="2161475"/>
                <a:ext cx="93775" cy="45400"/>
              </a:xfrm>
              <a:custGeom>
                <a:avLst/>
                <a:gdLst/>
                <a:ahLst/>
                <a:cxnLst/>
                <a:rect l="l" t="t" r="r" b="b"/>
                <a:pathLst>
                  <a:path w="3751" h="1816" extrusionOk="0">
                    <a:moveTo>
                      <a:pt x="1383" y="1"/>
                    </a:moveTo>
                    <a:cubicBezTo>
                      <a:pt x="778" y="87"/>
                      <a:pt x="1" y="18"/>
                      <a:pt x="122" y="640"/>
                    </a:cubicBezTo>
                    <a:cubicBezTo>
                      <a:pt x="329" y="1625"/>
                      <a:pt x="1297" y="1815"/>
                      <a:pt x="2195" y="1815"/>
                    </a:cubicBezTo>
                    <a:cubicBezTo>
                      <a:pt x="2835" y="1815"/>
                      <a:pt x="3751" y="1712"/>
                      <a:pt x="3613" y="951"/>
                    </a:cubicBezTo>
                    <a:cubicBezTo>
                      <a:pt x="3466" y="240"/>
                      <a:pt x="2970" y="188"/>
                      <a:pt x="2455" y="188"/>
                    </a:cubicBezTo>
                    <a:cubicBezTo>
                      <a:pt x="2366" y="188"/>
                      <a:pt x="2276" y="189"/>
                      <a:pt x="2187" y="189"/>
                    </a:cubicBezTo>
                    <a:cubicBezTo>
                      <a:pt x="1880" y="189"/>
                      <a:pt x="1588" y="170"/>
                      <a:pt x="138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59" name="Google Shape;4659;p64"/>
              <p:cNvSpPr/>
              <p:nvPr/>
            </p:nvSpPr>
            <p:spPr>
              <a:xfrm>
                <a:off x="4125600" y="2173875"/>
                <a:ext cx="50575" cy="37600"/>
              </a:xfrm>
              <a:custGeom>
                <a:avLst/>
                <a:gdLst/>
                <a:ahLst/>
                <a:cxnLst/>
                <a:rect l="l" t="t" r="r" b="b"/>
                <a:pathLst>
                  <a:path w="2023" h="1504" extrusionOk="0">
                    <a:moveTo>
                      <a:pt x="1294" y="1"/>
                    </a:moveTo>
                    <a:cubicBezTo>
                      <a:pt x="1249" y="1"/>
                      <a:pt x="1204" y="3"/>
                      <a:pt x="1158" y="6"/>
                    </a:cubicBezTo>
                    <a:cubicBezTo>
                      <a:pt x="691" y="144"/>
                      <a:pt x="0" y="109"/>
                      <a:pt x="17" y="904"/>
                    </a:cubicBezTo>
                    <a:cubicBezTo>
                      <a:pt x="17" y="1352"/>
                      <a:pt x="364" y="1503"/>
                      <a:pt x="748" y="1503"/>
                    </a:cubicBezTo>
                    <a:cubicBezTo>
                      <a:pt x="809" y="1503"/>
                      <a:pt x="872" y="1499"/>
                      <a:pt x="933" y="1492"/>
                    </a:cubicBezTo>
                    <a:cubicBezTo>
                      <a:pt x="1486" y="1440"/>
                      <a:pt x="2022" y="1233"/>
                      <a:pt x="2022" y="593"/>
                    </a:cubicBezTo>
                    <a:cubicBezTo>
                      <a:pt x="2022" y="156"/>
                      <a:pt x="1711" y="1"/>
                      <a:pt x="129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4660" name="Google Shape;4660;p64"/>
              <p:cNvSpPr/>
              <p:nvPr/>
            </p:nvSpPr>
            <p:spPr>
              <a:xfrm>
                <a:off x="3415775" y="2038325"/>
                <a:ext cx="44925" cy="38175"/>
              </a:xfrm>
              <a:custGeom>
                <a:avLst/>
                <a:gdLst/>
                <a:ahLst/>
                <a:cxnLst/>
                <a:rect l="l" t="t" r="r" b="b"/>
                <a:pathLst>
                  <a:path w="1797" h="1527" extrusionOk="0">
                    <a:moveTo>
                      <a:pt x="812" y="0"/>
                    </a:moveTo>
                    <a:cubicBezTo>
                      <a:pt x="383" y="0"/>
                      <a:pt x="1" y="211"/>
                      <a:pt x="34" y="710"/>
                    </a:cubicBezTo>
                    <a:cubicBezTo>
                      <a:pt x="34" y="1164"/>
                      <a:pt x="400" y="1527"/>
                      <a:pt x="845" y="1527"/>
                    </a:cubicBezTo>
                    <a:cubicBezTo>
                      <a:pt x="874" y="1527"/>
                      <a:pt x="903" y="1525"/>
                      <a:pt x="933" y="1522"/>
                    </a:cubicBezTo>
                    <a:cubicBezTo>
                      <a:pt x="1382" y="1522"/>
                      <a:pt x="1745" y="1315"/>
                      <a:pt x="1797" y="796"/>
                    </a:cubicBezTo>
                    <a:cubicBezTo>
                      <a:pt x="1745" y="226"/>
                      <a:pt x="1330" y="19"/>
                      <a:pt x="864" y="1"/>
                    </a:cubicBezTo>
                    <a:cubicBezTo>
                      <a:pt x="847" y="1"/>
                      <a:pt x="829" y="0"/>
                      <a:pt x="81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</p:grpSp>
        <p:cxnSp>
          <p:nvCxnSpPr>
            <p:cNvPr id="4661" name="Google Shape;4661;p64"/>
            <p:cNvCxnSpPr>
              <a:cxnSpLocks/>
            </p:cNvCxnSpPr>
            <p:nvPr/>
          </p:nvCxnSpPr>
          <p:spPr>
            <a:xfrm>
              <a:off x="5359400" y="2971800"/>
              <a:ext cx="1003200" cy="1574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62" name="Google Shape;4662;p64"/>
            <p:cNvCxnSpPr>
              <a:cxnSpLocks/>
            </p:cNvCxnSpPr>
            <p:nvPr/>
          </p:nvCxnSpPr>
          <p:spPr>
            <a:xfrm rot="10800000" flipH="1">
              <a:off x="5334000" y="2438500"/>
              <a:ext cx="1689200" cy="546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63" name="Google Shape;4663;p64"/>
            <p:cNvCxnSpPr>
              <a:cxnSpLocks/>
            </p:cNvCxnSpPr>
            <p:nvPr/>
          </p:nvCxnSpPr>
          <p:spPr>
            <a:xfrm rot="10800000" flipH="1">
              <a:off x="6311900" y="3835300"/>
              <a:ext cx="1574800" cy="724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64" name="Google Shape;4664;p64"/>
            <p:cNvCxnSpPr>
              <a:cxnSpLocks/>
            </p:cNvCxnSpPr>
            <p:nvPr/>
          </p:nvCxnSpPr>
          <p:spPr>
            <a:xfrm>
              <a:off x="7848600" y="3835400"/>
              <a:ext cx="2451200" cy="1130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65" name="Google Shape;4665;p64"/>
            <p:cNvCxnSpPr>
              <a:cxnSpLocks/>
            </p:cNvCxnSpPr>
            <p:nvPr/>
          </p:nvCxnSpPr>
          <p:spPr>
            <a:xfrm flipH="1">
              <a:off x="7810400" y="2781300"/>
              <a:ext cx="1486000" cy="1079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4671" name="Google Shape;4671;p6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091936" y="2297865"/>
              <a:ext cx="622371" cy="9852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72" name="Google Shape;4672;p6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044436" y="3898065"/>
              <a:ext cx="622371" cy="9852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73" name="Google Shape;4673;p6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755636" y="1802165"/>
              <a:ext cx="622371" cy="9852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74" name="Google Shape;4674;p6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37620" y="3193065"/>
              <a:ext cx="622371" cy="9852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75" name="Google Shape;4675;p6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036221" y="2207865"/>
              <a:ext cx="622369" cy="9852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76" name="Google Shape;4676;p6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976021" y="4277965"/>
              <a:ext cx="622369" cy="9852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" name="Google Shape;3185;p40">
            <a:extLst>
              <a:ext uri="{FF2B5EF4-FFF2-40B4-BE49-F238E27FC236}">
                <a16:creationId xmlns:a16="http://schemas.microsoft.com/office/drawing/2014/main" id="{28969714-4C34-A6E4-445C-9BC5D01503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" y="2008501"/>
            <a:ext cx="6830625" cy="2320896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8000" dirty="0">
                <a:latin typeface="Copperplate" panose="02000504000000020004" pitchFamily="2" charset="77"/>
              </a:rPr>
              <a:t>THANK </a:t>
            </a:r>
            <a:br>
              <a:rPr lang="en" sz="8000" dirty="0">
                <a:latin typeface="Copperplate" panose="02000504000000020004" pitchFamily="2" charset="77"/>
              </a:rPr>
            </a:br>
            <a:r>
              <a:rPr lang="en" sz="8000" dirty="0">
                <a:latin typeface="Copperplate" panose="02000504000000020004" pitchFamily="2" charset="77"/>
              </a:rPr>
              <a:t>YOU! </a:t>
            </a:r>
            <a:endParaRPr sz="8000" dirty="0">
              <a:latin typeface="Copperplate" panose="02000504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87640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yber Security Kill Chain by Slidesgo">
  <a:themeElements>
    <a:clrScheme name="Simple Light">
      <a:dk1>
        <a:srgbClr val="FFFFFF"/>
      </a:dk1>
      <a:lt1>
        <a:srgbClr val="00394B"/>
      </a:lt1>
      <a:dk2>
        <a:srgbClr val="002530"/>
      </a:dk2>
      <a:lt2>
        <a:srgbClr val="006F80"/>
      </a:lt2>
      <a:accent1>
        <a:srgbClr val="10908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Cyber Security Kill Chain by Slidesgo</Template>
  <TotalTime>909</TotalTime>
  <Words>1474</Words>
  <Application>Microsoft Office PowerPoint</Application>
  <PresentationFormat>Widescreen</PresentationFormat>
  <Paragraphs>158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Advent Pro</vt:lpstr>
      <vt:lpstr>Alumni Sans Pinstripe</vt:lpstr>
      <vt:lpstr>Aptos</vt:lpstr>
      <vt:lpstr>Arial</vt:lpstr>
      <vt:lpstr>Copperplate</vt:lpstr>
      <vt:lpstr>Courier New</vt:lpstr>
      <vt:lpstr>Open Sans Medium</vt:lpstr>
      <vt:lpstr>Proxima Nova</vt:lpstr>
      <vt:lpstr>Rockwell</vt:lpstr>
      <vt:lpstr>Cyber Security Kill Chain by Slidesgo</vt:lpstr>
      <vt:lpstr>Slidesgo Final Pages</vt:lpstr>
      <vt:lpstr>AI/ML IN SECURITY</vt:lpstr>
      <vt:lpstr>Problem Statement –  The Financial Fraud Crisis</vt:lpstr>
      <vt:lpstr>Project Objectives &amp; System Architecture</vt:lpstr>
      <vt:lpstr>Data Preprocessing &amp; Validation</vt:lpstr>
      <vt:lpstr>Exploratory Data Analysis</vt:lpstr>
      <vt:lpstr>Handling Class Imbalance</vt:lpstr>
      <vt:lpstr>Machine Learning Models</vt:lpstr>
      <vt:lpstr>Implementation and Model Working </vt:lpstr>
      <vt:lpstr>Results &amp; Analysis</vt:lpstr>
      <vt:lpstr>Key Insight &amp; Conclusion</vt:lpstr>
      <vt:lpstr>THANK  YOU!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Arun Agarwal</dc:creator>
  <cp:lastModifiedBy>PRIYANK SINHA</cp:lastModifiedBy>
  <cp:revision>8</cp:revision>
  <dcterms:created xsi:type="dcterms:W3CDTF">2026-04-24T15:35:30Z</dcterms:created>
  <dcterms:modified xsi:type="dcterms:W3CDTF">2026-04-26T16:36:48Z</dcterms:modified>
</cp:coreProperties>
</file>